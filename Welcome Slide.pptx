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C2441-1F1B-4CF2-B344-C1217AC5CF3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0CF78-A03C-44D7-9BF2-7EC3EB9B0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881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600379" y="2407182"/>
            <a:ext cx="8991244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COVERS</a:t>
            </a:r>
            <a:endParaRPr kumimoji="0" lang="en-US" sz="7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5679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1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B373-B954-E6CF-C9C8-9AC20DDB24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05839" y="2936367"/>
            <a:ext cx="4023360" cy="997196"/>
          </a:xfrm>
        </p:spPr>
        <p:txBody>
          <a:bodyPr anchor="b"/>
          <a:lstStyle>
            <a:lvl1pPr algn="l">
              <a:defRPr sz="3600" b="1"/>
            </a:lvl1pPr>
          </a:lstStyle>
          <a:p>
            <a:r>
              <a:rPr lang="en-US" dirty="0"/>
              <a:t>Click to add title Arial 36pt bold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72F9C-09A7-DBD8-2D67-0D748097D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05839" y="4187952"/>
            <a:ext cx="402336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68BAD18-89D3-751D-5AD5-9D192969E4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005840" y="5221923"/>
            <a:ext cx="4023360" cy="187359"/>
          </a:xfrm>
        </p:spPr>
        <p:txBody>
          <a:bodyPr>
            <a:sp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pic>
        <p:nvPicPr>
          <p:cNvPr id="5" name="Cognizant Logo_rgb_rev_2023">
            <a:extLst>
              <a:ext uri="{FF2B5EF4-FFF2-40B4-BE49-F238E27FC236}">
                <a16:creationId xmlns:a16="http://schemas.microsoft.com/office/drawing/2014/main" id="{6D31EA89-5C1D-DE6B-0A5E-E426A85A6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141" y="534665"/>
            <a:ext cx="1783080" cy="312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D708-80D4-E81A-396C-38F535D61CAA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602FB-08B6-9224-2ED9-82E1EB902A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08A7654-3A43-87A9-ABBA-350B88EB46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03245-CDE7-48AA-BD1B-F0D6935521F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-2" r="-9" b="23"/>
          <a:stretch/>
        </p:blipFill>
        <p:spPr>
          <a:xfrm>
            <a:off x="5221960" y="-2"/>
            <a:ext cx="6970040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52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2431804"/>
            <a:ext cx="8712200" cy="997196"/>
          </a:xfrm>
        </p:spPr>
        <p:txBody>
          <a:bodyPr anchor="b">
            <a:sp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extra long presentation </a:t>
            </a:r>
            <a:br>
              <a:rPr lang="en-US" dirty="0"/>
            </a:br>
            <a:r>
              <a:rPr lang="en-US" dirty="0"/>
              <a:t>title Arial 36pt bold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5840" y="3885739"/>
            <a:ext cx="8712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05840" y="5221922"/>
            <a:ext cx="4023360" cy="18735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date</a:t>
            </a:r>
          </a:p>
        </p:txBody>
      </p:sp>
      <p:pic>
        <p:nvPicPr>
          <p:cNvPr id="2" name="Cognizant Logo_rgb_rev_2023">
            <a:extLst>
              <a:ext uri="{FF2B5EF4-FFF2-40B4-BE49-F238E27FC236}">
                <a16:creationId xmlns:a16="http://schemas.microsoft.com/office/drawing/2014/main" id="{A289B6B7-484E-820F-55A6-B545B1D7F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376990" y="1095300"/>
            <a:ext cx="2624328" cy="4606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7D619-D61B-E60B-63C9-B090CABB010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51BFC-5EC2-9CD1-7F12-40FA9671C97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E8399-6911-0E44-17E5-8C2D8297AA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72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30402"/>
            <a:ext cx="4754880" cy="997196"/>
          </a:xfrm>
        </p:spPr>
        <p:txBody>
          <a:bodyPr anchor="ctr"/>
          <a:lstStyle>
            <a:lvl1pPr algn="l">
              <a:defRPr sz="3600"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914400"/>
            <a:ext cx="5635752" cy="5029200"/>
          </a:xfrm>
        </p:spPr>
        <p:txBody>
          <a:bodyPr anchor="ctr">
            <a:noAutofit/>
          </a:bodyPr>
          <a:lstStyle>
            <a:lvl1pPr marL="457200" indent="-457200">
              <a:spcBef>
                <a:spcPts val="900"/>
              </a:spcBef>
              <a:spcAft>
                <a:spcPts val="0"/>
              </a:spcAft>
              <a:buClrTx/>
              <a:buFont typeface="+mj-lt"/>
              <a:buAutoNum type="arabicPeriod"/>
              <a:defRPr sz="2000"/>
            </a:lvl1pPr>
            <a:lvl2pPr marL="731520" indent="-228600"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tabLst/>
              <a:defRPr sz="1600"/>
            </a:lvl2pPr>
            <a:lvl3pPr marL="1005840" indent="-228600"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tabLst/>
              <a:defRPr sz="1400"/>
            </a:lvl3pPr>
            <a:lvl4pPr marL="1051560" indent="-228600">
              <a:spcBef>
                <a:spcPts val="900"/>
              </a:spcBef>
              <a:buFont typeface="+mj-lt"/>
              <a:buAutoNum type="arabicPeriod"/>
              <a:defRPr sz="1400"/>
            </a:lvl4pPr>
            <a:lvl5pPr marL="1325880" indent="-228600">
              <a:spcBef>
                <a:spcPts val="9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654D8E-53D7-24EA-BE00-553663804946}"/>
              </a:ext>
            </a:extLst>
          </p:cNvPr>
          <p:cNvCxnSpPr>
            <a:cxnSpLocks/>
          </p:cNvCxnSpPr>
          <p:nvPr/>
        </p:nvCxnSpPr>
        <p:spPr>
          <a:xfrm>
            <a:off x="5654040" y="914400"/>
            <a:ext cx="0" cy="5029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47B8F-702B-F8D2-3BCF-E1C9AEB8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95671-87C9-E086-9979-83CE71CF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3DF2403-9115-12D2-6006-6F820363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BFA7A6-B1A7-45E7-3AC5-3E0FB62C8ACD}"/>
              </a:ext>
            </a:extLst>
          </p:cNvPr>
          <p:cNvCxnSpPr>
            <a:cxnSpLocks/>
          </p:cNvCxnSpPr>
          <p:nvPr/>
        </p:nvCxnSpPr>
        <p:spPr>
          <a:xfrm>
            <a:off x="5654040" y="914400"/>
            <a:ext cx="0" cy="5029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844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- dark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2930402"/>
            <a:ext cx="4754880" cy="997196"/>
          </a:xfrm>
        </p:spPr>
        <p:txBody>
          <a:bodyPr anchor="ctr"/>
          <a:lstStyle>
            <a:lvl1pPr algn="l">
              <a:defRPr sz="3600"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white">
          <a:xfrm>
            <a:off x="6096000" y="914400"/>
            <a:ext cx="5635752" cy="5029200"/>
          </a:xfrm>
        </p:spPr>
        <p:txBody>
          <a:bodyPr anchor="ctr">
            <a:noAutofit/>
          </a:bodyPr>
          <a:lstStyle>
            <a:lvl1pPr marL="457200" indent="-457200">
              <a:spcBef>
                <a:spcPts val="900"/>
              </a:spcBef>
              <a:spcAft>
                <a:spcPts val="0"/>
              </a:spcAft>
              <a:buClrTx/>
              <a:buFont typeface="+mj-lt"/>
              <a:buAutoNum type="arabicPeriod"/>
              <a:defRPr sz="2000"/>
            </a:lvl1pPr>
            <a:lvl2pPr marL="731520" indent="-228600"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tabLst/>
              <a:defRPr sz="1600"/>
            </a:lvl2pPr>
            <a:lvl3pPr marL="1005840" indent="-228600"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tabLst/>
              <a:defRPr sz="1400"/>
            </a:lvl3pPr>
            <a:lvl4pPr marL="1051560" indent="-228600">
              <a:spcBef>
                <a:spcPts val="900"/>
              </a:spcBef>
              <a:buFont typeface="+mj-lt"/>
              <a:buAutoNum type="arabicPeriod"/>
              <a:defRPr sz="1400"/>
            </a:lvl4pPr>
            <a:lvl5pPr marL="1325880" indent="-228600">
              <a:spcBef>
                <a:spcPts val="9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654D8E-53D7-24EA-BE00-553663804946}"/>
              </a:ext>
            </a:extLst>
          </p:cNvPr>
          <p:cNvCxnSpPr>
            <a:cxnSpLocks/>
          </p:cNvCxnSpPr>
          <p:nvPr/>
        </p:nvCxnSpPr>
        <p:spPr bwMode="white">
          <a:xfrm>
            <a:off x="5654040" y="914400"/>
            <a:ext cx="0" cy="5029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21A195-6B8B-725F-D366-5DEA3DB95C6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26A62E-F7DF-7CEE-ED9A-0CD867A6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014AE8-178B-A9BA-EAEA-F7363ADD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972682-3F2E-080B-6434-DA84A8F99BEB}"/>
              </a:ext>
            </a:extLst>
          </p:cNvPr>
          <p:cNvCxnSpPr>
            <a:cxnSpLocks/>
          </p:cNvCxnSpPr>
          <p:nvPr/>
        </p:nvCxnSpPr>
        <p:spPr bwMode="white">
          <a:xfrm>
            <a:off x="5654040" y="914400"/>
            <a:ext cx="0" cy="5029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gnizant Logo_rgb_rev_2023" descr="Cognizant logo reversed, SVG format">
            <a:extLst>
              <a:ext uri="{FF2B5EF4-FFF2-40B4-BE49-F238E27FC236}">
                <a16:creationId xmlns:a16="http://schemas.microsoft.com/office/drawing/2014/main" id="{EC1DBD74-512D-7084-97CF-8AB4F27F93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13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2563670"/>
            <a:ext cx="6969760" cy="1477328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8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thank you Arial 60pt bold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39" y="4187952"/>
            <a:ext cx="6969759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r>
              <a:rPr lang="en-US" dirty="0"/>
              <a:t>Presenter’s name will go here</a:t>
            </a:r>
            <a:br>
              <a:rPr lang="en-US" dirty="0"/>
            </a:br>
            <a:r>
              <a:rPr lang="en-US" dirty="0"/>
              <a:t>Contact information will go here</a:t>
            </a:r>
          </a:p>
        </p:txBody>
      </p:sp>
      <p:pic>
        <p:nvPicPr>
          <p:cNvPr id="4" name="Cognizant Logo_rgb_pos_2023">
            <a:extLst>
              <a:ext uri="{FF2B5EF4-FFF2-40B4-BE49-F238E27FC236}">
                <a16:creationId xmlns:a16="http://schemas.microsoft.com/office/drawing/2014/main" id="{933CBE7C-62A0-B842-444A-9CB149FE4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141" y="536757"/>
            <a:ext cx="1771158" cy="310896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AB218E-6446-9119-F020-EA0226D5EA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A69099E-58E8-F0C3-D6AC-8BF8CA47CA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7F51C3-FF3D-0A66-9CCC-77DE445C7F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783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068183" y="2407183"/>
            <a:ext cx="10055638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DIVIDERS</a:t>
            </a:r>
            <a:endParaRPr kumimoji="0" lang="en-US" sz="7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5732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D76384-5270-C4A7-D992-81F8ADBA5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8952" cy="6863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05840" y="1943100"/>
            <a:ext cx="7143750" cy="997196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dirty="0"/>
              <a:t>Click to add divider title, copy can go here on one or two lines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423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ED6A89-35BA-3F8A-D8BB-D4E661AF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8952" cy="6863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05840" y="1943100"/>
            <a:ext cx="7143750" cy="997196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dirty="0"/>
              <a:t>Click to add divider title, copy can go here on one or two lines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702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30394C-5C91-9DEE-E78B-8B2737F22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8952" cy="6863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05840" y="1943100"/>
            <a:ext cx="7143750" cy="997196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add divider title, copy can go here on one or two lines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52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2 - gradient 1">
    <p:bg bwMode="lt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C64370F-606D-5F7F-46E9-0C08C708F3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-1"/>
            <a:ext cx="12188952" cy="6857999"/>
          </a:xfrm>
          <a:custGeom>
            <a:avLst/>
            <a:gdLst>
              <a:gd name="connsiteX0" fmla="*/ 0 w 12188952"/>
              <a:gd name="connsiteY0" fmla="*/ 0 h 6857999"/>
              <a:gd name="connsiteX1" fmla="*/ 8540183 w 12188952"/>
              <a:gd name="connsiteY1" fmla="*/ 0 h 6857999"/>
              <a:gd name="connsiteX2" fmla="*/ 12188952 w 12188952"/>
              <a:gd name="connsiteY2" fmla="*/ 2025675 h 6857999"/>
              <a:gd name="connsiteX3" fmla="*/ 12188952 w 12188952"/>
              <a:gd name="connsiteY3" fmla="*/ 2029008 h 6857999"/>
              <a:gd name="connsiteX4" fmla="*/ 3779523 w 12188952"/>
              <a:gd name="connsiteY4" fmla="*/ 6857999 h 6857999"/>
              <a:gd name="connsiteX5" fmla="*/ 0 w 12188952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7999">
                <a:moveTo>
                  <a:pt x="0" y="0"/>
                </a:moveTo>
                <a:lnTo>
                  <a:pt x="8540183" y="0"/>
                </a:lnTo>
                <a:lnTo>
                  <a:pt x="12188952" y="2025675"/>
                </a:lnTo>
                <a:lnTo>
                  <a:pt x="12188952" y="2029008"/>
                </a:lnTo>
                <a:lnTo>
                  <a:pt x="37795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9E4B4AD-C523-76D6-5AD9-AFCAA5B2EB62}"/>
              </a:ext>
            </a:extLst>
          </p:cNvPr>
          <p:cNvSpPr/>
          <p:nvPr/>
        </p:nvSpPr>
        <p:spPr>
          <a:xfrm rot="16200000">
            <a:off x="12208180" y="2015939"/>
            <a:ext cx="11205" cy="11205"/>
          </a:xfrm>
          <a:custGeom>
            <a:avLst/>
            <a:gdLst>
              <a:gd name="connsiteX0" fmla="*/ 0 w 11205"/>
              <a:gd name="connsiteY0" fmla="*/ 0 h 11205"/>
              <a:gd name="connsiteX1" fmla="*/ 0 w 11205"/>
              <a:gd name="connsiteY1" fmla="*/ 0 h 11205"/>
              <a:gd name="connsiteX2" fmla="*/ 0 w 11205"/>
              <a:gd name="connsiteY2" fmla="*/ 0 h 1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05" h="1120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112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00FEF8-3A34-CD8C-A6FB-CE13CAA3B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55191" y="-778808"/>
            <a:ext cx="6858000" cy="8415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22960" y="1053405"/>
            <a:ext cx="715264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divider title</a:t>
            </a:r>
          </a:p>
        </p:txBody>
      </p:sp>
      <p:pic>
        <p:nvPicPr>
          <p:cNvPr id="6" name="Cognizant Logo_rgb_rev_2023" descr="Cognizant logo reversed, SVG format">
            <a:extLst>
              <a:ext uri="{FF2B5EF4-FFF2-40B4-BE49-F238E27FC236}">
                <a16:creationId xmlns:a16="http://schemas.microsoft.com/office/drawing/2014/main" id="{82FF47A8-7CF0-F27D-023E-57FE9B7138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2 - gradient 2">
    <p:bg bwMode="lt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C64370F-606D-5F7F-46E9-0C08C708F3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-1"/>
            <a:ext cx="12188952" cy="6857999"/>
          </a:xfrm>
          <a:custGeom>
            <a:avLst/>
            <a:gdLst>
              <a:gd name="connsiteX0" fmla="*/ 0 w 12188952"/>
              <a:gd name="connsiteY0" fmla="*/ 0 h 6857999"/>
              <a:gd name="connsiteX1" fmla="*/ 8540183 w 12188952"/>
              <a:gd name="connsiteY1" fmla="*/ 0 h 6857999"/>
              <a:gd name="connsiteX2" fmla="*/ 12188952 w 12188952"/>
              <a:gd name="connsiteY2" fmla="*/ 2025675 h 6857999"/>
              <a:gd name="connsiteX3" fmla="*/ 12188952 w 12188952"/>
              <a:gd name="connsiteY3" fmla="*/ 2029008 h 6857999"/>
              <a:gd name="connsiteX4" fmla="*/ 3779523 w 12188952"/>
              <a:gd name="connsiteY4" fmla="*/ 6857999 h 6857999"/>
              <a:gd name="connsiteX5" fmla="*/ 0 w 12188952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7999">
                <a:moveTo>
                  <a:pt x="0" y="0"/>
                </a:moveTo>
                <a:lnTo>
                  <a:pt x="8540183" y="0"/>
                </a:lnTo>
                <a:lnTo>
                  <a:pt x="12188952" y="2025675"/>
                </a:lnTo>
                <a:lnTo>
                  <a:pt x="12188952" y="2029008"/>
                </a:lnTo>
                <a:lnTo>
                  <a:pt x="37795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9E4B4AD-C523-76D6-5AD9-AFCAA5B2EB62}"/>
              </a:ext>
            </a:extLst>
          </p:cNvPr>
          <p:cNvSpPr/>
          <p:nvPr/>
        </p:nvSpPr>
        <p:spPr>
          <a:xfrm rot="16200000">
            <a:off x="12208180" y="2015939"/>
            <a:ext cx="11205" cy="11205"/>
          </a:xfrm>
          <a:custGeom>
            <a:avLst/>
            <a:gdLst>
              <a:gd name="connsiteX0" fmla="*/ 0 w 11205"/>
              <a:gd name="connsiteY0" fmla="*/ 0 h 11205"/>
              <a:gd name="connsiteX1" fmla="*/ 0 w 11205"/>
              <a:gd name="connsiteY1" fmla="*/ 0 h 11205"/>
              <a:gd name="connsiteX2" fmla="*/ 0 w 11205"/>
              <a:gd name="connsiteY2" fmla="*/ 0 h 1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05" h="1120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112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5A0F4-9AAB-4DDF-CF55-9A7C1A97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55190" y="-778808"/>
            <a:ext cx="6858000" cy="8415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22960" y="1053405"/>
            <a:ext cx="715264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divider title</a:t>
            </a:r>
          </a:p>
        </p:txBody>
      </p:sp>
      <p:pic>
        <p:nvPicPr>
          <p:cNvPr id="3" name="Cognizant Logo_rgb_rev_2023" descr="Cognizant logo reversed, SVG format">
            <a:extLst>
              <a:ext uri="{FF2B5EF4-FFF2-40B4-BE49-F238E27FC236}">
                <a16:creationId xmlns:a16="http://schemas.microsoft.com/office/drawing/2014/main" id="{10928C0D-93E9-B015-DAA2-F15DE1B8AA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62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2 - gradient 3">
    <p:bg bwMode="lt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C64370F-606D-5F7F-46E9-0C08C708F3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-1"/>
            <a:ext cx="12188952" cy="6857999"/>
          </a:xfrm>
          <a:custGeom>
            <a:avLst/>
            <a:gdLst>
              <a:gd name="connsiteX0" fmla="*/ 0 w 12188952"/>
              <a:gd name="connsiteY0" fmla="*/ 0 h 6857999"/>
              <a:gd name="connsiteX1" fmla="*/ 8540183 w 12188952"/>
              <a:gd name="connsiteY1" fmla="*/ 0 h 6857999"/>
              <a:gd name="connsiteX2" fmla="*/ 12188952 w 12188952"/>
              <a:gd name="connsiteY2" fmla="*/ 2025675 h 6857999"/>
              <a:gd name="connsiteX3" fmla="*/ 12188952 w 12188952"/>
              <a:gd name="connsiteY3" fmla="*/ 2029008 h 6857999"/>
              <a:gd name="connsiteX4" fmla="*/ 3779523 w 12188952"/>
              <a:gd name="connsiteY4" fmla="*/ 6857999 h 6857999"/>
              <a:gd name="connsiteX5" fmla="*/ 0 w 12188952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7999">
                <a:moveTo>
                  <a:pt x="0" y="0"/>
                </a:moveTo>
                <a:lnTo>
                  <a:pt x="8540183" y="0"/>
                </a:lnTo>
                <a:lnTo>
                  <a:pt x="12188952" y="2025675"/>
                </a:lnTo>
                <a:lnTo>
                  <a:pt x="12188952" y="2029008"/>
                </a:lnTo>
                <a:lnTo>
                  <a:pt x="37795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CFA061-257C-B680-CB8A-410FE77C6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55190" y="-778808"/>
            <a:ext cx="6858000" cy="8415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22960" y="1053405"/>
            <a:ext cx="715264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divider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3" name="Cognizant Logo_rgb_rev_2023" descr="Cognizant logo reversed, SVG format">
            <a:extLst>
              <a:ext uri="{FF2B5EF4-FFF2-40B4-BE49-F238E27FC236}">
                <a16:creationId xmlns:a16="http://schemas.microsoft.com/office/drawing/2014/main" id="{9CDEB77C-83A9-471E-0DD7-632772E158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87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3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6DF08015-38F6-54F7-EFDB-1C1EAF004AB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47884" y="-1"/>
            <a:ext cx="9944116" cy="6858001"/>
          </a:xfrm>
          <a:custGeom>
            <a:avLst/>
            <a:gdLst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419787 w 9944116"/>
              <a:gd name="connsiteY9" fmla="*/ 2027338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597587 w 9944116"/>
              <a:gd name="connsiteY9" fmla="*/ 2198788 h 6858001"/>
              <a:gd name="connsiteX10" fmla="*/ 2591889 w 9944116"/>
              <a:gd name="connsiteY10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2591889 w 9944116"/>
              <a:gd name="connsiteY9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38975 w 9944116"/>
              <a:gd name="connsiteY8" fmla="*/ 2027258 h 6858001"/>
              <a:gd name="connsiteX9" fmla="*/ 2591889 w 9944116"/>
              <a:gd name="connsiteY9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44116" h="6858001">
                <a:moveTo>
                  <a:pt x="2591889" y="0"/>
                </a:moveTo>
                <a:lnTo>
                  <a:pt x="8153432" y="0"/>
                </a:lnTo>
                <a:lnTo>
                  <a:pt x="9924238" y="0"/>
                </a:lnTo>
                <a:lnTo>
                  <a:pt x="9944116" y="0"/>
                </a:lnTo>
                <a:lnTo>
                  <a:pt x="9944116" y="6858001"/>
                </a:lnTo>
                <a:lnTo>
                  <a:pt x="8153432" y="6858001"/>
                </a:lnTo>
                <a:lnTo>
                  <a:pt x="8153432" y="6857999"/>
                </a:lnTo>
                <a:lnTo>
                  <a:pt x="0" y="6857999"/>
                </a:lnTo>
                <a:lnTo>
                  <a:pt x="4438975" y="2027258"/>
                </a:lnTo>
                <a:lnTo>
                  <a:pt x="259188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E2038-CC00-155F-8A24-AE9D3A8569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68"/>
          <a:stretch/>
        </p:blipFill>
        <p:spPr>
          <a:xfrm rot="16200000">
            <a:off x="-86681" y="86681"/>
            <a:ext cx="6858000" cy="66846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57200" y="1445273"/>
            <a:ext cx="4770783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divider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E6CF90BD-F1D4-0D82-4CDD-222505B2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10591107" y="6458351"/>
            <a:ext cx="1170432" cy="201168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5122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3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A0D8AB6-3AED-7935-402A-4053B324B5C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47884" y="-1"/>
            <a:ext cx="9944116" cy="6858001"/>
          </a:xfrm>
          <a:custGeom>
            <a:avLst/>
            <a:gdLst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419787 w 9944116"/>
              <a:gd name="connsiteY9" fmla="*/ 2027338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597587 w 9944116"/>
              <a:gd name="connsiteY9" fmla="*/ 2198788 h 6858001"/>
              <a:gd name="connsiteX10" fmla="*/ 2591889 w 9944116"/>
              <a:gd name="connsiteY10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2591889 w 9944116"/>
              <a:gd name="connsiteY9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38975 w 9944116"/>
              <a:gd name="connsiteY8" fmla="*/ 2027258 h 6858001"/>
              <a:gd name="connsiteX9" fmla="*/ 2591889 w 9944116"/>
              <a:gd name="connsiteY9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44116" h="6858001">
                <a:moveTo>
                  <a:pt x="2591889" y="0"/>
                </a:moveTo>
                <a:lnTo>
                  <a:pt x="8153432" y="0"/>
                </a:lnTo>
                <a:lnTo>
                  <a:pt x="9924238" y="0"/>
                </a:lnTo>
                <a:lnTo>
                  <a:pt x="9944116" y="0"/>
                </a:lnTo>
                <a:lnTo>
                  <a:pt x="9944116" y="6858001"/>
                </a:lnTo>
                <a:lnTo>
                  <a:pt x="8153432" y="6858001"/>
                </a:lnTo>
                <a:lnTo>
                  <a:pt x="8153432" y="6857999"/>
                </a:lnTo>
                <a:lnTo>
                  <a:pt x="0" y="6857999"/>
                </a:lnTo>
                <a:lnTo>
                  <a:pt x="4438975" y="2027258"/>
                </a:lnTo>
                <a:lnTo>
                  <a:pt x="259188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E287986-5735-CAAE-7F1D-D641F5BF13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68"/>
          <a:stretch/>
        </p:blipFill>
        <p:spPr>
          <a:xfrm rot="16200000">
            <a:off x="-86682" y="86681"/>
            <a:ext cx="6858000" cy="6684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57200" y="1445273"/>
            <a:ext cx="4770783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divider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Table Placeholder 6">
            <a:extLst>
              <a:ext uri="{FF2B5EF4-FFF2-40B4-BE49-F238E27FC236}">
                <a16:creationId xmlns:a16="http://schemas.microsoft.com/office/drawing/2014/main" id="{E57C6CAD-0EE0-4D1F-585B-3C9CA1A4D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10591107" y="6458351"/>
            <a:ext cx="1170432" cy="201168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1397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3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DE083EF2-B9ED-A8EB-E84E-F0E0FBE4C1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47884" y="-1"/>
            <a:ext cx="9944116" cy="6858001"/>
          </a:xfrm>
          <a:custGeom>
            <a:avLst/>
            <a:gdLst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419787 w 9944116"/>
              <a:gd name="connsiteY9" fmla="*/ 2027338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597587 w 9944116"/>
              <a:gd name="connsiteY9" fmla="*/ 2198788 h 6858001"/>
              <a:gd name="connsiteX10" fmla="*/ 2591889 w 9944116"/>
              <a:gd name="connsiteY10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2591889 w 9944116"/>
              <a:gd name="connsiteY9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38975 w 9944116"/>
              <a:gd name="connsiteY8" fmla="*/ 2027258 h 6858001"/>
              <a:gd name="connsiteX9" fmla="*/ 2591889 w 9944116"/>
              <a:gd name="connsiteY9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44116" h="6858001">
                <a:moveTo>
                  <a:pt x="2591889" y="0"/>
                </a:moveTo>
                <a:lnTo>
                  <a:pt x="8153432" y="0"/>
                </a:lnTo>
                <a:lnTo>
                  <a:pt x="9924238" y="0"/>
                </a:lnTo>
                <a:lnTo>
                  <a:pt x="9944116" y="0"/>
                </a:lnTo>
                <a:lnTo>
                  <a:pt x="9944116" y="6858001"/>
                </a:lnTo>
                <a:lnTo>
                  <a:pt x="8153432" y="6858001"/>
                </a:lnTo>
                <a:lnTo>
                  <a:pt x="8153432" y="6857999"/>
                </a:lnTo>
                <a:lnTo>
                  <a:pt x="0" y="6857999"/>
                </a:lnTo>
                <a:lnTo>
                  <a:pt x="4438975" y="2027258"/>
                </a:lnTo>
                <a:lnTo>
                  <a:pt x="259188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B5FB7A-3A13-9083-843A-06B731B02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68"/>
          <a:stretch/>
        </p:blipFill>
        <p:spPr>
          <a:xfrm rot="16200000">
            <a:off x="-86681" y="86682"/>
            <a:ext cx="6858000" cy="66846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57200" y="1445273"/>
            <a:ext cx="4770783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divider title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able Placeholder 6">
            <a:extLst>
              <a:ext uri="{FF2B5EF4-FFF2-40B4-BE49-F238E27FC236}">
                <a16:creationId xmlns:a16="http://schemas.microsoft.com/office/drawing/2014/main" id="{14B17B9E-37F1-2E25-4E4D-4BE64E780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10591107" y="6458351"/>
            <a:ext cx="1170432" cy="201168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7193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4 - gradi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4AB172D-1DAC-E1AC-7424-693B871FBA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1"/>
            <a:ext cx="7050305" cy="6857999"/>
          </a:xfrm>
          <a:custGeom>
            <a:avLst/>
            <a:gdLst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4307988 w 12192000"/>
              <a:gd name="connsiteY4" fmla="*/ 6856286 h 6857999"/>
              <a:gd name="connsiteX5" fmla="*/ 7050400 w 12192000"/>
              <a:gd name="connsiteY5" fmla="*/ 2025542 h 6857999"/>
              <a:gd name="connsiteX6" fmla="*/ 7050313 w 12192000"/>
              <a:gd name="connsiteY6" fmla="*/ 2025622 h 6857999"/>
              <a:gd name="connsiteX7" fmla="*/ 5917127 w 12192000"/>
              <a:gd name="connsiteY7" fmla="*/ 0 h 6857999"/>
              <a:gd name="connsiteX8" fmla="*/ 12192000 w 12192000"/>
              <a:gd name="connsiteY8" fmla="*/ 0 h 6857999"/>
              <a:gd name="connsiteX9" fmla="*/ 12192000 w 12192000"/>
              <a:gd name="connsiteY9" fmla="*/ 6857999 h 6857999"/>
              <a:gd name="connsiteX10" fmla="*/ 0 w 12192000"/>
              <a:gd name="connsiteY10" fmla="*/ 6857999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5917127 w 12192000"/>
              <a:gd name="connsiteY6" fmla="*/ 0 h 6857999"/>
              <a:gd name="connsiteX7" fmla="*/ 12192000 w 12192000"/>
              <a:gd name="connsiteY7" fmla="*/ 0 h 6857999"/>
              <a:gd name="connsiteX8" fmla="*/ 12192000 w 12192000"/>
              <a:gd name="connsiteY8" fmla="*/ 6857999 h 6857999"/>
              <a:gd name="connsiteX9" fmla="*/ 0 w 12192000"/>
              <a:gd name="connsiteY9" fmla="*/ 6857999 h 6857999"/>
              <a:gd name="connsiteX10" fmla="*/ 0 w 12192000"/>
              <a:gd name="connsiteY10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0 w 12192000"/>
              <a:gd name="connsiteY8" fmla="*/ 6857999 h 6857999"/>
              <a:gd name="connsiteX9" fmla="*/ 0 w 12192000"/>
              <a:gd name="connsiteY9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6857999 h 6857999"/>
              <a:gd name="connsiteX7" fmla="*/ 0 w 12192000"/>
              <a:gd name="connsiteY7" fmla="*/ 6857999 h 6857999"/>
              <a:gd name="connsiteX8" fmla="*/ 0 w 12192000"/>
              <a:gd name="connsiteY8" fmla="*/ 0 h 6857999"/>
              <a:gd name="connsiteX0" fmla="*/ 0 w 12382010"/>
              <a:gd name="connsiteY0" fmla="*/ 0 h 6857999"/>
              <a:gd name="connsiteX1" fmla="*/ 4786422 w 12382010"/>
              <a:gd name="connsiteY1" fmla="*/ 0 h 6857999"/>
              <a:gd name="connsiteX2" fmla="*/ 7050305 w 12382010"/>
              <a:gd name="connsiteY2" fmla="*/ 2025630 h 6857999"/>
              <a:gd name="connsiteX3" fmla="*/ 1830747 w 12382010"/>
              <a:gd name="connsiteY3" fmla="*/ 6856286 h 6857999"/>
              <a:gd name="connsiteX4" fmla="*/ 7050400 w 12382010"/>
              <a:gd name="connsiteY4" fmla="*/ 2025542 h 6857999"/>
              <a:gd name="connsiteX5" fmla="*/ 12192000 w 12382010"/>
              <a:gd name="connsiteY5" fmla="*/ 6857999 h 6857999"/>
              <a:gd name="connsiteX6" fmla="*/ 0 w 12382010"/>
              <a:gd name="connsiteY6" fmla="*/ 6857999 h 6857999"/>
              <a:gd name="connsiteX7" fmla="*/ 0 w 12382010"/>
              <a:gd name="connsiteY7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12192000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0 h 6857999"/>
              <a:gd name="connsiteX0" fmla="*/ 0 w 7050305"/>
              <a:gd name="connsiteY0" fmla="*/ 0 h 6857999"/>
              <a:gd name="connsiteX1" fmla="*/ 4786422 w 7050305"/>
              <a:gd name="connsiteY1" fmla="*/ 0 h 6857999"/>
              <a:gd name="connsiteX2" fmla="*/ 7050305 w 7050305"/>
              <a:gd name="connsiteY2" fmla="*/ 2025630 h 6857999"/>
              <a:gd name="connsiteX3" fmla="*/ 1830747 w 7050305"/>
              <a:gd name="connsiteY3" fmla="*/ 6856286 h 6857999"/>
              <a:gd name="connsiteX4" fmla="*/ 0 w 7050305"/>
              <a:gd name="connsiteY4" fmla="*/ 6857999 h 6857999"/>
              <a:gd name="connsiteX5" fmla="*/ 0 w 705030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0305" h="6857999">
                <a:moveTo>
                  <a:pt x="0" y="0"/>
                </a:moveTo>
                <a:lnTo>
                  <a:pt x="4786422" y="0"/>
                </a:lnTo>
                <a:lnTo>
                  <a:pt x="7050305" y="2025630"/>
                </a:lnTo>
                <a:lnTo>
                  <a:pt x="1830747" y="6856286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2743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48603" y="1536250"/>
            <a:ext cx="429768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divider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E2038-CC00-155F-8A24-AE9D3A856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10600" y="818200"/>
            <a:ext cx="6858000" cy="52215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782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4 - gradi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231D93-F448-189B-0481-564A24064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10600" y="818200"/>
            <a:ext cx="6858000" cy="5221599"/>
          </a:xfrm>
          <a:prstGeom prst="rect">
            <a:avLst/>
          </a:prstGeom>
        </p:spPr>
      </p:pic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4AB172D-1DAC-E1AC-7424-693B871FBA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1"/>
            <a:ext cx="7050305" cy="6857999"/>
          </a:xfrm>
          <a:custGeom>
            <a:avLst/>
            <a:gdLst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4307988 w 12192000"/>
              <a:gd name="connsiteY4" fmla="*/ 6856286 h 6857999"/>
              <a:gd name="connsiteX5" fmla="*/ 7050400 w 12192000"/>
              <a:gd name="connsiteY5" fmla="*/ 2025542 h 6857999"/>
              <a:gd name="connsiteX6" fmla="*/ 7050313 w 12192000"/>
              <a:gd name="connsiteY6" fmla="*/ 2025622 h 6857999"/>
              <a:gd name="connsiteX7" fmla="*/ 5917127 w 12192000"/>
              <a:gd name="connsiteY7" fmla="*/ 0 h 6857999"/>
              <a:gd name="connsiteX8" fmla="*/ 12192000 w 12192000"/>
              <a:gd name="connsiteY8" fmla="*/ 0 h 6857999"/>
              <a:gd name="connsiteX9" fmla="*/ 12192000 w 12192000"/>
              <a:gd name="connsiteY9" fmla="*/ 6857999 h 6857999"/>
              <a:gd name="connsiteX10" fmla="*/ 0 w 12192000"/>
              <a:gd name="connsiteY10" fmla="*/ 6857999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5917127 w 12192000"/>
              <a:gd name="connsiteY6" fmla="*/ 0 h 6857999"/>
              <a:gd name="connsiteX7" fmla="*/ 12192000 w 12192000"/>
              <a:gd name="connsiteY7" fmla="*/ 0 h 6857999"/>
              <a:gd name="connsiteX8" fmla="*/ 12192000 w 12192000"/>
              <a:gd name="connsiteY8" fmla="*/ 6857999 h 6857999"/>
              <a:gd name="connsiteX9" fmla="*/ 0 w 12192000"/>
              <a:gd name="connsiteY9" fmla="*/ 6857999 h 6857999"/>
              <a:gd name="connsiteX10" fmla="*/ 0 w 12192000"/>
              <a:gd name="connsiteY10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0 w 12192000"/>
              <a:gd name="connsiteY8" fmla="*/ 6857999 h 6857999"/>
              <a:gd name="connsiteX9" fmla="*/ 0 w 12192000"/>
              <a:gd name="connsiteY9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6857999 h 6857999"/>
              <a:gd name="connsiteX7" fmla="*/ 0 w 12192000"/>
              <a:gd name="connsiteY7" fmla="*/ 6857999 h 6857999"/>
              <a:gd name="connsiteX8" fmla="*/ 0 w 12192000"/>
              <a:gd name="connsiteY8" fmla="*/ 0 h 6857999"/>
              <a:gd name="connsiteX0" fmla="*/ 0 w 12382010"/>
              <a:gd name="connsiteY0" fmla="*/ 0 h 6857999"/>
              <a:gd name="connsiteX1" fmla="*/ 4786422 w 12382010"/>
              <a:gd name="connsiteY1" fmla="*/ 0 h 6857999"/>
              <a:gd name="connsiteX2" fmla="*/ 7050305 w 12382010"/>
              <a:gd name="connsiteY2" fmla="*/ 2025630 h 6857999"/>
              <a:gd name="connsiteX3" fmla="*/ 1830747 w 12382010"/>
              <a:gd name="connsiteY3" fmla="*/ 6856286 h 6857999"/>
              <a:gd name="connsiteX4" fmla="*/ 7050400 w 12382010"/>
              <a:gd name="connsiteY4" fmla="*/ 2025542 h 6857999"/>
              <a:gd name="connsiteX5" fmla="*/ 12192000 w 12382010"/>
              <a:gd name="connsiteY5" fmla="*/ 6857999 h 6857999"/>
              <a:gd name="connsiteX6" fmla="*/ 0 w 12382010"/>
              <a:gd name="connsiteY6" fmla="*/ 6857999 h 6857999"/>
              <a:gd name="connsiteX7" fmla="*/ 0 w 12382010"/>
              <a:gd name="connsiteY7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12192000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0 h 6857999"/>
              <a:gd name="connsiteX0" fmla="*/ 0 w 7050305"/>
              <a:gd name="connsiteY0" fmla="*/ 0 h 6857999"/>
              <a:gd name="connsiteX1" fmla="*/ 4786422 w 7050305"/>
              <a:gd name="connsiteY1" fmla="*/ 0 h 6857999"/>
              <a:gd name="connsiteX2" fmla="*/ 7050305 w 7050305"/>
              <a:gd name="connsiteY2" fmla="*/ 2025630 h 6857999"/>
              <a:gd name="connsiteX3" fmla="*/ 1830747 w 7050305"/>
              <a:gd name="connsiteY3" fmla="*/ 6856286 h 6857999"/>
              <a:gd name="connsiteX4" fmla="*/ 0 w 7050305"/>
              <a:gd name="connsiteY4" fmla="*/ 6857999 h 6857999"/>
              <a:gd name="connsiteX5" fmla="*/ 0 w 705030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0305" h="6857999">
                <a:moveTo>
                  <a:pt x="0" y="0"/>
                </a:moveTo>
                <a:lnTo>
                  <a:pt x="4786422" y="0"/>
                </a:lnTo>
                <a:lnTo>
                  <a:pt x="7050305" y="2025630"/>
                </a:lnTo>
                <a:lnTo>
                  <a:pt x="1830747" y="6856286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2743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48603" y="1536250"/>
            <a:ext cx="429768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divider title</a:t>
            </a:r>
          </a:p>
        </p:txBody>
      </p:sp>
    </p:spTree>
    <p:extLst>
      <p:ext uri="{BB962C8B-B14F-4D97-AF65-F5344CB8AC3E}">
        <p14:creationId xmlns:p14="http://schemas.microsoft.com/office/powerpoint/2010/main" val="2390633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4 - gradi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C6B776-428C-5C39-6B96-46437F78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10600" y="818200"/>
            <a:ext cx="6858000" cy="5221599"/>
          </a:xfrm>
          <a:prstGeom prst="rect">
            <a:avLst/>
          </a:prstGeom>
        </p:spPr>
      </p:pic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4AB172D-1DAC-E1AC-7424-693B871FBA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1"/>
            <a:ext cx="7050305" cy="6857999"/>
          </a:xfrm>
          <a:custGeom>
            <a:avLst/>
            <a:gdLst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4307988 w 12192000"/>
              <a:gd name="connsiteY4" fmla="*/ 6856286 h 6857999"/>
              <a:gd name="connsiteX5" fmla="*/ 7050400 w 12192000"/>
              <a:gd name="connsiteY5" fmla="*/ 2025542 h 6857999"/>
              <a:gd name="connsiteX6" fmla="*/ 7050313 w 12192000"/>
              <a:gd name="connsiteY6" fmla="*/ 2025622 h 6857999"/>
              <a:gd name="connsiteX7" fmla="*/ 5917127 w 12192000"/>
              <a:gd name="connsiteY7" fmla="*/ 0 h 6857999"/>
              <a:gd name="connsiteX8" fmla="*/ 12192000 w 12192000"/>
              <a:gd name="connsiteY8" fmla="*/ 0 h 6857999"/>
              <a:gd name="connsiteX9" fmla="*/ 12192000 w 12192000"/>
              <a:gd name="connsiteY9" fmla="*/ 6857999 h 6857999"/>
              <a:gd name="connsiteX10" fmla="*/ 0 w 12192000"/>
              <a:gd name="connsiteY10" fmla="*/ 6857999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5917127 w 12192000"/>
              <a:gd name="connsiteY6" fmla="*/ 0 h 6857999"/>
              <a:gd name="connsiteX7" fmla="*/ 12192000 w 12192000"/>
              <a:gd name="connsiteY7" fmla="*/ 0 h 6857999"/>
              <a:gd name="connsiteX8" fmla="*/ 12192000 w 12192000"/>
              <a:gd name="connsiteY8" fmla="*/ 6857999 h 6857999"/>
              <a:gd name="connsiteX9" fmla="*/ 0 w 12192000"/>
              <a:gd name="connsiteY9" fmla="*/ 6857999 h 6857999"/>
              <a:gd name="connsiteX10" fmla="*/ 0 w 12192000"/>
              <a:gd name="connsiteY10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0 w 12192000"/>
              <a:gd name="connsiteY8" fmla="*/ 6857999 h 6857999"/>
              <a:gd name="connsiteX9" fmla="*/ 0 w 12192000"/>
              <a:gd name="connsiteY9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6857999 h 6857999"/>
              <a:gd name="connsiteX7" fmla="*/ 0 w 12192000"/>
              <a:gd name="connsiteY7" fmla="*/ 6857999 h 6857999"/>
              <a:gd name="connsiteX8" fmla="*/ 0 w 12192000"/>
              <a:gd name="connsiteY8" fmla="*/ 0 h 6857999"/>
              <a:gd name="connsiteX0" fmla="*/ 0 w 12382010"/>
              <a:gd name="connsiteY0" fmla="*/ 0 h 6857999"/>
              <a:gd name="connsiteX1" fmla="*/ 4786422 w 12382010"/>
              <a:gd name="connsiteY1" fmla="*/ 0 h 6857999"/>
              <a:gd name="connsiteX2" fmla="*/ 7050305 w 12382010"/>
              <a:gd name="connsiteY2" fmla="*/ 2025630 h 6857999"/>
              <a:gd name="connsiteX3" fmla="*/ 1830747 w 12382010"/>
              <a:gd name="connsiteY3" fmla="*/ 6856286 h 6857999"/>
              <a:gd name="connsiteX4" fmla="*/ 7050400 w 12382010"/>
              <a:gd name="connsiteY4" fmla="*/ 2025542 h 6857999"/>
              <a:gd name="connsiteX5" fmla="*/ 12192000 w 12382010"/>
              <a:gd name="connsiteY5" fmla="*/ 6857999 h 6857999"/>
              <a:gd name="connsiteX6" fmla="*/ 0 w 12382010"/>
              <a:gd name="connsiteY6" fmla="*/ 6857999 h 6857999"/>
              <a:gd name="connsiteX7" fmla="*/ 0 w 12382010"/>
              <a:gd name="connsiteY7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12192000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0 h 6857999"/>
              <a:gd name="connsiteX0" fmla="*/ 0 w 7050305"/>
              <a:gd name="connsiteY0" fmla="*/ 0 h 6857999"/>
              <a:gd name="connsiteX1" fmla="*/ 4786422 w 7050305"/>
              <a:gd name="connsiteY1" fmla="*/ 0 h 6857999"/>
              <a:gd name="connsiteX2" fmla="*/ 7050305 w 7050305"/>
              <a:gd name="connsiteY2" fmla="*/ 2025630 h 6857999"/>
              <a:gd name="connsiteX3" fmla="*/ 1830747 w 7050305"/>
              <a:gd name="connsiteY3" fmla="*/ 6856286 h 6857999"/>
              <a:gd name="connsiteX4" fmla="*/ 0 w 7050305"/>
              <a:gd name="connsiteY4" fmla="*/ 6857999 h 6857999"/>
              <a:gd name="connsiteX5" fmla="*/ 0 w 705030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0305" h="6857999">
                <a:moveTo>
                  <a:pt x="0" y="0"/>
                </a:moveTo>
                <a:lnTo>
                  <a:pt x="4786422" y="0"/>
                </a:lnTo>
                <a:lnTo>
                  <a:pt x="7050305" y="2025630"/>
                </a:lnTo>
                <a:lnTo>
                  <a:pt x="1830747" y="6856286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2743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48603" y="1536250"/>
            <a:ext cx="429768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divider title</a:t>
            </a:r>
          </a:p>
        </p:txBody>
      </p:sp>
    </p:spTree>
    <p:extLst>
      <p:ext uri="{BB962C8B-B14F-4D97-AF65-F5344CB8AC3E}">
        <p14:creationId xmlns:p14="http://schemas.microsoft.com/office/powerpoint/2010/main" val="104973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5 - gradi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000023D-E955-5182-3282-0810B76F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49885" cy="6400800"/>
          </a:xfrm>
          <a:prstGeom prst="rect">
            <a:avLst/>
          </a:prstGeom>
        </p:spPr>
      </p:pic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C842FEB-95BB-4FB4-3FA3-1E474B85B1F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706399" cy="6401387"/>
          </a:xfrm>
          <a:custGeom>
            <a:avLst/>
            <a:gdLst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2377440 w 5706399"/>
              <a:gd name="connsiteY13" fmla="*/ 319372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5706399 w 5706399"/>
              <a:gd name="connsiteY13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936746 h 6392243"/>
              <a:gd name="connsiteX10" fmla="*/ 0 w 5706399"/>
              <a:gd name="connsiteY10" fmla="*/ 1 h 6392243"/>
              <a:gd name="connsiteX11" fmla="*/ 2377440 w 5706399"/>
              <a:gd name="connsiteY11" fmla="*/ 1 h 6392243"/>
              <a:gd name="connsiteX12" fmla="*/ 5706399 w 5706399"/>
              <a:gd name="connsiteY12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2377440 w 5706399"/>
              <a:gd name="connsiteY10" fmla="*/ 1 h 6392243"/>
              <a:gd name="connsiteX11" fmla="*/ 5706399 w 5706399"/>
              <a:gd name="connsiteY11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5706399 w 5706399"/>
              <a:gd name="connsiteY10" fmla="*/ 0 h 639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06399" h="6392243">
                <a:moveTo>
                  <a:pt x="2035486" y="6392186"/>
                </a:moveTo>
                <a:lnTo>
                  <a:pt x="2035518" y="6392243"/>
                </a:lnTo>
                <a:cubicBezTo>
                  <a:pt x="2035502" y="6392229"/>
                  <a:pt x="2035487" y="6392215"/>
                  <a:pt x="2035471" y="6392201"/>
                </a:cubicBezTo>
                <a:lnTo>
                  <a:pt x="2035426" y="6392243"/>
                </a:lnTo>
                <a:cubicBezTo>
                  <a:pt x="2035436" y="6392226"/>
                  <a:pt x="2035446" y="6392210"/>
                  <a:pt x="2035456" y="6392193"/>
                </a:cubicBezTo>
                <a:cubicBezTo>
                  <a:pt x="2035466" y="6392191"/>
                  <a:pt x="2035476" y="6392188"/>
                  <a:pt x="2035486" y="6392186"/>
                </a:cubicBezTo>
                <a:close/>
                <a:moveTo>
                  <a:pt x="5706399" y="0"/>
                </a:moveTo>
                <a:lnTo>
                  <a:pt x="2035473" y="6392162"/>
                </a:lnTo>
                <a:lnTo>
                  <a:pt x="0" y="2725968"/>
                </a:lnTo>
                <a:lnTo>
                  <a:pt x="0" y="1"/>
                </a:lnTo>
                <a:lnTo>
                  <a:pt x="570639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7315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B01F0658-A406-0A81-8740-42D0296493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7207" y="3429001"/>
            <a:ext cx="5627594" cy="1107996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title</a:t>
            </a:r>
          </a:p>
        </p:txBody>
      </p:sp>
    </p:spTree>
    <p:extLst>
      <p:ext uri="{BB962C8B-B14F-4D97-AF65-F5344CB8AC3E}">
        <p14:creationId xmlns:p14="http://schemas.microsoft.com/office/powerpoint/2010/main" val="986677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5 - gradi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409E97D-0361-7DD7-5A21-A33316BC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49885" cy="6400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783E89B-070C-A8F7-620B-402672D863B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706399" cy="6401387"/>
          </a:xfrm>
          <a:custGeom>
            <a:avLst/>
            <a:gdLst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2377440 w 5706399"/>
              <a:gd name="connsiteY13" fmla="*/ 319372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5706399 w 5706399"/>
              <a:gd name="connsiteY13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936746 h 6392243"/>
              <a:gd name="connsiteX10" fmla="*/ 0 w 5706399"/>
              <a:gd name="connsiteY10" fmla="*/ 1 h 6392243"/>
              <a:gd name="connsiteX11" fmla="*/ 2377440 w 5706399"/>
              <a:gd name="connsiteY11" fmla="*/ 1 h 6392243"/>
              <a:gd name="connsiteX12" fmla="*/ 5706399 w 5706399"/>
              <a:gd name="connsiteY12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2377440 w 5706399"/>
              <a:gd name="connsiteY10" fmla="*/ 1 h 6392243"/>
              <a:gd name="connsiteX11" fmla="*/ 5706399 w 5706399"/>
              <a:gd name="connsiteY11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5706399 w 5706399"/>
              <a:gd name="connsiteY10" fmla="*/ 0 h 639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06399" h="6392243">
                <a:moveTo>
                  <a:pt x="2035486" y="6392186"/>
                </a:moveTo>
                <a:lnTo>
                  <a:pt x="2035518" y="6392243"/>
                </a:lnTo>
                <a:cubicBezTo>
                  <a:pt x="2035502" y="6392229"/>
                  <a:pt x="2035487" y="6392215"/>
                  <a:pt x="2035471" y="6392201"/>
                </a:cubicBezTo>
                <a:lnTo>
                  <a:pt x="2035426" y="6392243"/>
                </a:lnTo>
                <a:cubicBezTo>
                  <a:pt x="2035436" y="6392226"/>
                  <a:pt x="2035446" y="6392210"/>
                  <a:pt x="2035456" y="6392193"/>
                </a:cubicBezTo>
                <a:cubicBezTo>
                  <a:pt x="2035466" y="6392191"/>
                  <a:pt x="2035476" y="6392188"/>
                  <a:pt x="2035486" y="6392186"/>
                </a:cubicBezTo>
                <a:close/>
                <a:moveTo>
                  <a:pt x="5706399" y="0"/>
                </a:moveTo>
                <a:lnTo>
                  <a:pt x="2035473" y="6392162"/>
                </a:lnTo>
                <a:lnTo>
                  <a:pt x="0" y="2725968"/>
                </a:lnTo>
                <a:lnTo>
                  <a:pt x="0" y="1"/>
                </a:lnTo>
                <a:lnTo>
                  <a:pt x="570639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7315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3" name="Title 43">
            <a:extLst>
              <a:ext uri="{FF2B5EF4-FFF2-40B4-BE49-F238E27FC236}">
                <a16:creationId xmlns:a16="http://schemas.microsoft.com/office/drawing/2014/main" id="{6F701354-590A-2F87-01D8-E966A92E9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7207" y="3429001"/>
            <a:ext cx="5627594" cy="1107996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title</a:t>
            </a:r>
          </a:p>
        </p:txBody>
      </p:sp>
    </p:spTree>
    <p:extLst>
      <p:ext uri="{BB962C8B-B14F-4D97-AF65-F5344CB8AC3E}">
        <p14:creationId xmlns:p14="http://schemas.microsoft.com/office/powerpoint/2010/main" val="1332272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5 - gradi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4C4F196-D7A9-ED2E-C141-813614D36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49885" cy="6400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1005840" y="6400800"/>
            <a:ext cx="1371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C31AD8D-BE37-52EE-F12C-2DD4458EFD1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706399" cy="6401387"/>
          </a:xfrm>
          <a:custGeom>
            <a:avLst/>
            <a:gdLst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2377440 w 5706399"/>
              <a:gd name="connsiteY13" fmla="*/ 319372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5706399 w 5706399"/>
              <a:gd name="connsiteY13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936746 h 6392243"/>
              <a:gd name="connsiteX10" fmla="*/ 0 w 5706399"/>
              <a:gd name="connsiteY10" fmla="*/ 1 h 6392243"/>
              <a:gd name="connsiteX11" fmla="*/ 2377440 w 5706399"/>
              <a:gd name="connsiteY11" fmla="*/ 1 h 6392243"/>
              <a:gd name="connsiteX12" fmla="*/ 5706399 w 5706399"/>
              <a:gd name="connsiteY12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2377440 w 5706399"/>
              <a:gd name="connsiteY10" fmla="*/ 1 h 6392243"/>
              <a:gd name="connsiteX11" fmla="*/ 5706399 w 5706399"/>
              <a:gd name="connsiteY11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5706399 w 5706399"/>
              <a:gd name="connsiteY10" fmla="*/ 0 h 639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06399" h="6392243">
                <a:moveTo>
                  <a:pt x="2035486" y="6392186"/>
                </a:moveTo>
                <a:lnTo>
                  <a:pt x="2035518" y="6392243"/>
                </a:lnTo>
                <a:cubicBezTo>
                  <a:pt x="2035502" y="6392229"/>
                  <a:pt x="2035487" y="6392215"/>
                  <a:pt x="2035471" y="6392201"/>
                </a:cubicBezTo>
                <a:lnTo>
                  <a:pt x="2035426" y="6392243"/>
                </a:lnTo>
                <a:cubicBezTo>
                  <a:pt x="2035436" y="6392226"/>
                  <a:pt x="2035446" y="6392210"/>
                  <a:pt x="2035456" y="6392193"/>
                </a:cubicBezTo>
                <a:cubicBezTo>
                  <a:pt x="2035466" y="6392191"/>
                  <a:pt x="2035476" y="6392188"/>
                  <a:pt x="2035486" y="6392186"/>
                </a:cubicBezTo>
                <a:close/>
                <a:moveTo>
                  <a:pt x="5706399" y="0"/>
                </a:moveTo>
                <a:lnTo>
                  <a:pt x="2035473" y="6392162"/>
                </a:lnTo>
                <a:lnTo>
                  <a:pt x="0" y="2725968"/>
                </a:lnTo>
                <a:lnTo>
                  <a:pt x="0" y="1"/>
                </a:lnTo>
                <a:lnTo>
                  <a:pt x="570639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7315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3" name="Title 43">
            <a:extLst>
              <a:ext uri="{FF2B5EF4-FFF2-40B4-BE49-F238E27FC236}">
                <a16:creationId xmlns:a16="http://schemas.microsoft.com/office/drawing/2014/main" id="{142A0D92-C0EF-2935-ECF6-3D38467DA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7207" y="3429001"/>
            <a:ext cx="5627594" cy="1107996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title</a:t>
            </a:r>
          </a:p>
        </p:txBody>
      </p:sp>
    </p:spTree>
    <p:extLst>
      <p:ext uri="{BB962C8B-B14F-4D97-AF65-F5344CB8AC3E}">
        <p14:creationId xmlns:p14="http://schemas.microsoft.com/office/powerpoint/2010/main" val="234604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951966" y="2407183"/>
            <a:ext cx="10288073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CONTENT</a:t>
            </a:r>
            <a:endParaRPr kumimoji="0" lang="en-US" sz="7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83072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DA6F676-1432-9BD5-293D-3B121AF2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0C8C277-B1F1-8DA5-6AF5-ACB3ECF2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F779E1-4E24-F611-3CF0-B2C64B13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824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47800"/>
            <a:ext cx="7518400" cy="42976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DCB0FDA-E923-182E-F7E1-D663EE4D60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11277600" cy="163956"/>
          </a:xfrm>
        </p:spPr>
        <p:txBody>
          <a:bodyPr anchor="b">
            <a:spAutoFit/>
          </a:bodyPr>
          <a:lstStyle>
            <a:lvl1pPr marL="0" indent="0">
              <a:buNone/>
              <a:defRPr sz="105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Super 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4F1D73-B5B0-2DD9-9E22-084F619A11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822960"/>
            <a:ext cx="11277600" cy="281039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25166-D739-CEC1-F817-8B08A1CA4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5947090"/>
            <a:ext cx="7518400" cy="124906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09AAF3-3252-489D-5FB0-6293AC9FF0F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D47B63B-3488-B9A8-9702-4FB8F539BC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BA67573-B992-F2E1-F4A6-9434D31343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9168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AE93934B-F4CE-AD9A-35D6-CC331792B5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A3A05-DC05-1CC5-ED65-5734138EE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22F7E-4713-F54B-0D06-50B8F508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00DDDC-1A7E-DB83-3DF7-C1422F00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BA0657-9DC2-4B9A-96F7-59E8C05D9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34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6AB16-C89B-C286-D054-A2D5DB5C46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 anchor="b" anchorCtr="0"/>
          <a:lstStyle>
            <a:lvl1pPr>
              <a:defRPr sz="1400"/>
            </a:lvl1pPr>
          </a:lstStyle>
          <a:p>
            <a:r>
              <a:rPr lang="en-US" dirty="0"/>
              <a:t>Click to add title (for accessibility purposes)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BD780-BD7C-D16D-9867-3767997F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ABA333-FF45-AB19-E8F1-74BC796D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3C6AAA-8E03-CCE1-302E-C26D372E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751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0CFA-C95C-83CB-71E9-4274D942B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040B-AA5C-6A8F-D56C-52A1535E2C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447800"/>
            <a:ext cx="5212080" cy="281103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3171-3D9B-E0BE-A9C6-BFF552EC61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943099"/>
            <a:ext cx="521208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4243E-50F7-E6A4-A28E-F299D4BD04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22720" y="1447800"/>
            <a:ext cx="5183188" cy="281103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0F11-9C52-DB05-1E6C-9491409F37B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522720" y="1943099"/>
            <a:ext cx="5212080" cy="38404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C5B4FD-126E-C923-20FE-0F5752D73F74}"/>
              </a:ext>
            </a:extLst>
          </p:cNvPr>
          <p:cNvCxnSpPr>
            <a:cxnSpLocks/>
          </p:cNvCxnSpPr>
          <p:nvPr/>
        </p:nvCxnSpPr>
        <p:spPr>
          <a:xfrm>
            <a:off x="6096000" y="1444752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935A7ED-6F86-9D0C-DCB0-7B1E2AC5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B6D255F-8835-8DBB-9F90-569D0791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2927497-DF06-5FD3-E29B-027FB589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796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0CFA-C95C-83CB-71E9-4274D942B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040B-AA5C-6A8F-D56C-52A1535E2C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3171-3D9B-E0BE-A9C6-BFF552EC61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943099"/>
            <a:ext cx="347472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4th level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4243E-50F7-E6A4-A28E-F299D4BD04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864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0F11-9C52-DB05-1E6C-9491409F37B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8640" y="1943099"/>
            <a:ext cx="347472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4th level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6FD443D-34B0-9A83-29DB-8F197FDBF4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6008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49D936A-CA93-6EC3-649C-C64805636A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60080" y="1943099"/>
            <a:ext cx="347472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4th level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E36702-0CEF-D114-17AE-83A7C377C9A7}"/>
              </a:ext>
            </a:extLst>
          </p:cNvPr>
          <p:cNvCxnSpPr>
            <a:cxnSpLocks/>
          </p:cNvCxnSpPr>
          <p:nvPr/>
        </p:nvCxnSpPr>
        <p:spPr>
          <a:xfrm>
            <a:off x="4145280" y="1438275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AB7EC-316C-897C-CA19-9CEC9B880398}"/>
              </a:ext>
            </a:extLst>
          </p:cNvPr>
          <p:cNvCxnSpPr>
            <a:cxnSpLocks/>
          </p:cNvCxnSpPr>
          <p:nvPr/>
        </p:nvCxnSpPr>
        <p:spPr>
          <a:xfrm>
            <a:off x="8046720" y="1438275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5B8B50B-AB16-A20B-185B-36DFF37B0A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375221-EE8E-370B-A5A8-1CA07AEA3C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267E76B-A742-758B-F8B4-A2ECF5BC1DD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7779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2400" y="1447800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DA6F676-1432-9BD5-293D-3B121AF2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0C8C277-B1F1-8DA5-6AF5-ACB3ECF2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F779E1-4E24-F611-3CF0-B2C64B13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83A4D-2A2C-B635-2F97-8FF9365D1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47800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4ACB01-6B78-648D-EBF4-7043D32A4DCC}"/>
              </a:ext>
            </a:extLst>
          </p:cNvPr>
          <p:cNvCxnSpPr>
            <a:cxnSpLocks/>
          </p:cNvCxnSpPr>
          <p:nvPr/>
        </p:nvCxnSpPr>
        <p:spPr>
          <a:xfrm>
            <a:off x="452438" y="2847490"/>
            <a:ext cx="29718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55E037-1D4C-9E0D-9DB6-DCBB7033AC21}"/>
              </a:ext>
            </a:extLst>
          </p:cNvPr>
          <p:cNvCxnSpPr>
            <a:cxnSpLocks/>
          </p:cNvCxnSpPr>
          <p:nvPr/>
        </p:nvCxnSpPr>
        <p:spPr>
          <a:xfrm>
            <a:off x="3962400" y="2847490"/>
            <a:ext cx="77724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4CBE33-0E3B-B5D6-D276-A5FBB088DD5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62400" y="2939080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00D1863-6D9F-D386-3272-7AE775F597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939080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5D8537-3CEF-DF78-41F1-0F6312E9645F}"/>
              </a:ext>
            </a:extLst>
          </p:cNvPr>
          <p:cNvCxnSpPr>
            <a:cxnSpLocks/>
          </p:cNvCxnSpPr>
          <p:nvPr/>
        </p:nvCxnSpPr>
        <p:spPr>
          <a:xfrm>
            <a:off x="452438" y="4338770"/>
            <a:ext cx="29718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FE904F-D475-7593-E45F-BF79A922E831}"/>
              </a:ext>
            </a:extLst>
          </p:cNvPr>
          <p:cNvCxnSpPr>
            <a:cxnSpLocks/>
          </p:cNvCxnSpPr>
          <p:nvPr/>
        </p:nvCxnSpPr>
        <p:spPr>
          <a:xfrm>
            <a:off x="3962400" y="4338770"/>
            <a:ext cx="77724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2A06B7-2FE2-2908-5164-0845DA34203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962400" y="4430359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F293747-E822-8B9A-B250-BD09178A5F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430359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9A3035-2EDB-6331-792C-C204BF38F6AC}"/>
              </a:ext>
            </a:extLst>
          </p:cNvPr>
          <p:cNvCxnSpPr>
            <a:cxnSpLocks/>
          </p:cNvCxnSpPr>
          <p:nvPr/>
        </p:nvCxnSpPr>
        <p:spPr>
          <a:xfrm>
            <a:off x="452438" y="1342781"/>
            <a:ext cx="29718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E72534-59BF-D450-E5D9-32D085C7E6D9}"/>
              </a:ext>
            </a:extLst>
          </p:cNvPr>
          <p:cNvCxnSpPr>
            <a:cxnSpLocks/>
          </p:cNvCxnSpPr>
          <p:nvPr/>
        </p:nvCxnSpPr>
        <p:spPr>
          <a:xfrm>
            <a:off x="3962400" y="1342781"/>
            <a:ext cx="77724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6548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EB62-7BE1-5D8C-1B24-A6872199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4D86-105F-2A88-55B5-2DAECBD3E8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444751"/>
            <a:ext cx="5212080" cy="45720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B8798-DFE7-49BE-4E9F-920D1EB6D54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22720" y="1444750"/>
            <a:ext cx="5212080" cy="4571999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5D326-A1CD-53C0-6E4B-3792BB1F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D2E00C-B7D1-9930-4311-FC69249A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70ADC6-D307-E812-97FA-15F07F11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4E5F2F-71BE-F7DA-234E-403E9123E2E3}"/>
              </a:ext>
            </a:extLst>
          </p:cNvPr>
          <p:cNvCxnSpPr>
            <a:cxnSpLocks/>
          </p:cNvCxnSpPr>
          <p:nvPr/>
        </p:nvCxnSpPr>
        <p:spPr>
          <a:xfrm>
            <a:off x="6096000" y="1444750"/>
            <a:ext cx="0" cy="457199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1916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6507-4F3C-6F06-CC64-DCB416815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29184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B89B-1396-CE54-BDAC-657C3A1FCF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447799"/>
            <a:ext cx="5638800" cy="466344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39DE7-C187-B4C9-7F93-CF29330E94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447799"/>
            <a:ext cx="4754880" cy="466344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24D44-8249-FD9B-C453-3AE49B5F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414F21-A578-2B13-3FC0-80CE780D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94F499-4E58-F60A-D1FE-CA8DBFA3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21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CFF2-1ECE-33A6-68A7-0317E0C84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56658-0960-E18E-D91E-AA04D27572E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447799"/>
            <a:ext cx="5638800" cy="4663439"/>
          </a:xfrm>
          <a:solidFill>
            <a:srgbClr val="ECECEB"/>
          </a:solidFill>
        </p:spPr>
        <p:txBody>
          <a:bodyPr bIns="640080"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1F393-8308-0D1E-52A2-FC57E4512CC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447799"/>
            <a:ext cx="4754880" cy="466344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241F3-9135-92CE-6A1A-5BE0AECC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8FFC8B-A41D-691D-C8C9-0C363B1F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EC0125-3406-DCE1-A443-16278DF3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9593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statement or quote </a:t>
            </a:r>
            <a:br>
              <a:rPr lang="en-US" dirty="0"/>
            </a:br>
            <a:r>
              <a:rPr lang="en-US" dirty="0"/>
              <a:t>in Arial 36pt bold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C7F1F-725F-1A52-1D97-F08B00EAAD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75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421640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078468"/>
            <a:ext cx="3200400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Case study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57200"/>
            <a:ext cx="3200401" cy="171778"/>
          </a:xfr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Case study super head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51120" y="1447800"/>
            <a:ext cx="6583680" cy="475488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4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240FDEC-D5D2-8E2B-9CB8-49F6FABD3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855200" y="457200"/>
            <a:ext cx="1879600" cy="685800"/>
          </a:xfrm>
          <a:noFill/>
        </p:spPr>
        <p:txBody>
          <a:bodyPr bIns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</a:t>
            </a:r>
            <a:br>
              <a:rPr lang="en-US" dirty="0"/>
            </a:br>
            <a:r>
              <a:rPr lang="en-US" dirty="0"/>
              <a:t>(crop: fit to make sure </a:t>
            </a:r>
            <a:br>
              <a:rPr lang="en-US" dirty="0"/>
            </a:br>
            <a:r>
              <a:rPr lang="en-US" dirty="0"/>
              <a:t>entire logo is visible)</a:t>
            </a:r>
          </a:p>
        </p:txBody>
      </p:sp>
    </p:spTree>
    <p:extLst>
      <p:ext uri="{BB962C8B-B14F-4D97-AF65-F5344CB8AC3E}">
        <p14:creationId xmlns:p14="http://schemas.microsoft.com/office/powerpoint/2010/main" val="2760513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light - no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73A3D6-80E4-AC3E-7815-5FDC789342D0}"/>
              </a:ext>
            </a:extLst>
          </p:cNvPr>
          <p:cNvSpPr/>
          <p:nvPr/>
        </p:nvSpPr>
        <p:spPr>
          <a:xfrm>
            <a:off x="0" y="0"/>
            <a:ext cx="42164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1078468"/>
            <a:ext cx="3200400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Case study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457200" y="457200"/>
            <a:ext cx="3200401" cy="171778"/>
          </a:xfr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Case study super head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51120" y="1447800"/>
            <a:ext cx="6583680" cy="475488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4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240FDEC-D5D2-8E2B-9CB8-49F6FABD3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855200" y="457200"/>
            <a:ext cx="1879600" cy="685800"/>
          </a:xfrm>
          <a:noFill/>
        </p:spPr>
        <p:txBody>
          <a:bodyPr bIns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</a:t>
            </a:r>
            <a:br>
              <a:rPr lang="en-US" dirty="0"/>
            </a:br>
            <a:r>
              <a:rPr lang="en-US" dirty="0"/>
              <a:t>(crop: fit to make sure </a:t>
            </a:r>
            <a:br>
              <a:rPr lang="en-US" dirty="0"/>
            </a:br>
            <a:r>
              <a:rPr lang="en-US" dirty="0"/>
              <a:t>entire logo is visible)</a:t>
            </a:r>
          </a:p>
        </p:txBody>
      </p:sp>
    </p:spTree>
    <p:extLst>
      <p:ext uri="{BB962C8B-B14F-4D97-AF65-F5344CB8AC3E}">
        <p14:creationId xmlns:p14="http://schemas.microsoft.com/office/powerpoint/2010/main" val="709269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LAYOUT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775811" y="1385364"/>
            <a:ext cx="10640378" cy="408727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DARK LAYOUTS</a:t>
            </a:r>
            <a:endParaRPr kumimoji="0" lang="en-US" sz="7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38437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383D916-FBF7-8EA7-4311-2FD3E10E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9D40ACC-00F3-03AD-3DB1-6487497FA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A0B9D4-7BD8-9FB8-A351-972423D1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4" name="Cognizant Logo_rgb_rev_2023" descr="Cognizant logo reversed, SVG format">
            <a:extLst>
              <a:ext uri="{FF2B5EF4-FFF2-40B4-BE49-F238E27FC236}">
                <a16:creationId xmlns:a16="http://schemas.microsoft.com/office/drawing/2014/main" id="{591ACBB7-11CF-0324-65ED-7CE580E3A1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41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per head, sub head, footnote - 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47800"/>
            <a:ext cx="7518400" cy="42976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DCB0FDA-E923-182E-F7E1-D663EE4D60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11277600" cy="163956"/>
          </a:xfrm>
        </p:spPr>
        <p:txBody>
          <a:bodyPr anchor="b">
            <a:spAutoFit/>
          </a:bodyPr>
          <a:lstStyle>
            <a:lvl1pPr marL="0" indent="0">
              <a:buNone/>
              <a:defRPr sz="105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Super 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4F1D73-B5B0-2DD9-9E22-084F619A11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822960"/>
            <a:ext cx="11277600" cy="281039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25166-D739-CEC1-F817-8B08A1CA4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5947090"/>
            <a:ext cx="7518400" cy="124906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09AAF3-3252-489D-5FB0-6293AC9FF0F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D47B63B-3488-B9A8-9702-4FB8F539BC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BA67573-B992-F2E1-F4A6-9434D31343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Cognizant Logo_rgb_rev_2023" descr="Cognizant logo reversed, SVG format">
            <a:extLst>
              <a:ext uri="{FF2B5EF4-FFF2-40B4-BE49-F238E27FC236}">
                <a16:creationId xmlns:a16="http://schemas.microsoft.com/office/drawing/2014/main" id="{C58C5DC1-02D1-ACC1-37E9-20232B4078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28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3A05-DC05-1CC5-ED65-5734138EE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1C004D1-9C96-9E3A-B3CF-E648F181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8F63855-627B-94BE-7770-B3F2F8F1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918DA7-E1E1-1CFE-6E02-09FE2AA2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3" name="Cognizant Logo_rgb_rev_2023" descr="Cognizant logo reversed, SVG format">
            <a:extLst>
              <a:ext uri="{FF2B5EF4-FFF2-40B4-BE49-F238E27FC236}">
                <a16:creationId xmlns:a16="http://schemas.microsoft.com/office/drawing/2014/main" id="{39ECF048-F463-0BC0-00A8-80B618B315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7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6AB16-C89B-C286-D054-A2D5DB5C46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(for accessibility purposes)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BD780-BD7C-D16D-9867-3767997F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ABA333-FF45-AB19-E8F1-74BC796D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3C6AAA-8E03-CCE1-302E-C26D372E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4" name="Cognizant Logo_rgb_rev_2023" descr="Cognizant logo reversed, SVG format">
            <a:extLst>
              <a:ext uri="{FF2B5EF4-FFF2-40B4-BE49-F238E27FC236}">
                <a16:creationId xmlns:a16="http://schemas.microsoft.com/office/drawing/2014/main" id="{F805300B-96D9-F036-71EF-3F86B3B72D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3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0CFA-C95C-83CB-71E9-4274D942B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040B-AA5C-6A8F-D56C-52A1535E2C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447800"/>
            <a:ext cx="5212076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3171-3D9B-E0BE-A9C6-BFF552EC61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943099"/>
            <a:ext cx="521208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4243E-50F7-E6A4-A28E-F299D4BD04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22720" y="1447800"/>
            <a:ext cx="5183188" cy="281103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0F11-9C52-DB05-1E6C-9491409F37B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522720" y="1943099"/>
            <a:ext cx="521208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C5B4FD-126E-C923-20FE-0F5752D73F74}"/>
              </a:ext>
            </a:extLst>
          </p:cNvPr>
          <p:cNvCxnSpPr>
            <a:cxnSpLocks/>
          </p:cNvCxnSpPr>
          <p:nvPr/>
        </p:nvCxnSpPr>
        <p:spPr>
          <a:xfrm>
            <a:off x="6096000" y="1444752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935A7ED-6F86-9D0C-DCB0-7B1E2AC5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B6D255F-8835-8DBB-9F90-569D0791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2927497-DF06-5FD3-E29B-027FB589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Cognizant Logo_rgb_rev_2023" descr="Cognizant logo reversed, SVG format">
            <a:extLst>
              <a:ext uri="{FF2B5EF4-FFF2-40B4-BE49-F238E27FC236}">
                <a16:creationId xmlns:a16="http://schemas.microsoft.com/office/drawing/2014/main" id="{1DE60F7F-2598-AFEF-3685-42666554AD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77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0CFA-C95C-83CB-71E9-4274D942B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040B-AA5C-6A8F-D56C-52A1535E2C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3171-3D9B-E0BE-A9C6-BFF552EC61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943099"/>
            <a:ext cx="347472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4243E-50F7-E6A4-A28E-F299D4BD04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864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0F11-9C52-DB05-1E6C-9491409F37B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8640" y="1943099"/>
            <a:ext cx="347472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6FD443D-34B0-9A83-29DB-8F197FDBF4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6008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49D936A-CA93-6EC3-649C-C64805636A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60080" y="1943099"/>
            <a:ext cx="3474720" cy="384048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E36702-0CEF-D114-17AE-83A7C377C9A7}"/>
              </a:ext>
            </a:extLst>
          </p:cNvPr>
          <p:cNvCxnSpPr>
            <a:cxnSpLocks/>
          </p:cNvCxnSpPr>
          <p:nvPr/>
        </p:nvCxnSpPr>
        <p:spPr>
          <a:xfrm>
            <a:off x="4145280" y="1438275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AB7EC-316C-897C-CA19-9CEC9B880398}"/>
              </a:ext>
            </a:extLst>
          </p:cNvPr>
          <p:cNvCxnSpPr>
            <a:cxnSpLocks/>
          </p:cNvCxnSpPr>
          <p:nvPr/>
        </p:nvCxnSpPr>
        <p:spPr>
          <a:xfrm>
            <a:off x="8046720" y="1438275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5B8B50B-AB16-A20B-185B-36DFF37B0A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375221-EE8E-370B-A5A8-1CA07AEA3C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267E76B-A742-758B-F8B4-A2ECF5BC1DD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Cognizant Logo_rgb_rev_2023" descr="Cognizant logo reversed, SVG format">
            <a:extLst>
              <a:ext uri="{FF2B5EF4-FFF2-40B4-BE49-F238E27FC236}">
                <a16:creationId xmlns:a16="http://schemas.microsoft.com/office/drawing/2014/main" id="{4D269101-9011-77BF-B029-F362C603BB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01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 horizontal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2400" y="1447800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DA6F676-1432-9BD5-293D-3B121AF2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0C8C277-B1F1-8DA5-6AF5-ACB3ECF2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F779E1-4E24-F611-3CF0-B2C64B13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83A4D-2A2C-B635-2F97-8FF9365D1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47800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4ACB01-6B78-648D-EBF4-7043D32A4DCC}"/>
              </a:ext>
            </a:extLst>
          </p:cNvPr>
          <p:cNvCxnSpPr>
            <a:cxnSpLocks/>
          </p:cNvCxnSpPr>
          <p:nvPr/>
        </p:nvCxnSpPr>
        <p:spPr>
          <a:xfrm>
            <a:off x="452438" y="2847490"/>
            <a:ext cx="29718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55E037-1D4C-9E0D-9DB6-DCBB7033AC21}"/>
              </a:ext>
            </a:extLst>
          </p:cNvPr>
          <p:cNvCxnSpPr>
            <a:cxnSpLocks/>
          </p:cNvCxnSpPr>
          <p:nvPr/>
        </p:nvCxnSpPr>
        <p:spPr>
          <a:xfrm>
            <a:off x="3962400" y="2847490"/>
            <a:ext cx="77724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4CBE33-0E3B-B5D6-D276-A5FBB088DD5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62400" y="2939080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00D1863-6D9F-D386-3272-7AE775F597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939080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5D8537-3CEF-DF78-41F1-0F6312E9645F}"/>
              </a:ext>
            </a:extLst>
          </p:cNvPr>
          <p:cNvCxnSpPr>
            <a:cxnSpLocks/>
          </p:cNvCxnSpPr>
          <p:nvPr/>
        </p:nvCxnSpPr>
        <p:spPr>
          <a:xfrm>
            <a:off x="452438" y="4338770"/>
            <a:ext cx="29718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FE904F-D475-7593-E45F-BF79A922E831}"/>
              </a:ext>
            </a:extLst>
          </p:cNvPr>
          <p:cNvCxnSpPr>
            <a:cxnSpLocks/>
          </p:cNvCxnSpPr>
          <p:nvPr/>
        </p:nvCxnSpPr>
        <p:spPr>
          <a:xfrm>
            <a:off x="3962400" y="4338770"/>
            <a:ext cx="77724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2A06B7-2FE2-2908-5164-0845DA34203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962400" y="4430359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F293747-E822-8B9A-B250-BD09178A5F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430359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2C70445-48B0-9FD3-49CD-384BFCCB6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5947090"/>
            <a:ext cx="11277600" cy="124906"/>
          </a:xfrm>
        </p:spPr>
        <p:txBody>
          <a:bodyPr anchor="b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EE48CC-AC3C-AD12-0F6B-6F8CB2E6EC5E}"/>
              </a:ext>
            </a:extLst>
          </p:cNvPr>
          <p:cNvCxnSpPr>
            <a:cxnSpLocks/>
          </p:cNvCxnSpPr>
          <p:nvPr/>
        </p:nvCxnSpPr>
        <p:spPr>
          <a:xfrm>
            <a:off x="452438" y="1342781"/>
            <a:ext cx="29718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8B6686-C28E-A83C-319D-33930A551B41}"/>
              </a:ext>
            </a:extLst>
          </p:cNvPr>
          <p:cNvCxnSpPr>
            <a:cxnSpLocks/>
          </p:cNvCxnSpPr>
          <p:nvPr/>
        </p:nvCxnSpPr>
        <p:spPr>
          <a:xfrm>
            <a:off x="3962400" y="1342781"/>
            <a:ext cx="77724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Cognizant Logo_rgb_rev_2023" descr="Cognizant logo reversed, SVG format">
            <a:extLst>
              <a:ext uri="{FF2B5EF4-FFF2-40B4-BE49-F238E27FC236}">
                <a16:creationId xmlns:a16="http://schemas.microsoft.com/office/drawing/2014/main" id="{8EF2B9B7-A970-B060-F759-FFA1C8972D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9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EB62-7BE1-5D8C-1B24-A6872199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4D86-105F-2A88-55B5-2DAECBD3E8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444751"/>
            <a:ext cx="5212080" cy="45720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B8798-DFE7-49BE-4E9F-920D1EB6D54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22720" y="1444751"/>
            <a:ext cx="5212080" cy="45720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5D326-A1CD-53C0-6E4B-3792BB1F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D2E00C-B7D1-9930-4311-FC69249A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70ADC6-D307-E812-97FA-15F07F11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B872B-0E81-EACD-CA82-14E1DB182F48}"/>
              </a:ext>
            </a:extLst>
          </p:cNvPr>
          <p:cNvCxnSpPr>
            <a:cxnSpLocks/>
          </p:cNvCxnSpPr>
          <p:nvPr/>
        </p:nvCxnSpPr>
        <p:spPr>
          <a:xfrm>
            <a:off x="6096000" y="1444752"/>
            <a:ext cx="0" cy="45720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gnizant Logo_rgb_rev_2023" descr="Cognizant logo reversed, SVG format">
            <a:extLst>
              <a:ext uri="{FF2B5EF4-FFF2-40B4-BE49-F238E27FC236}">
                <a16:creationId xmlns:a16="http://schemas.microsoft.com/office/drawing/2014/main" id="{FC29E878-865C-DE37-D860-F62A7822B4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22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6507-4F3C-6F06-CC64-DCB416815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B89B-1396-CE54-BDAC-657C3A1FCF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447799"/>
            <a:ext cx="5638800" cy="46634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39DE7-C187-B4C9-7F93-CF29330E94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447799"/>
            <a:ext cx="4754880" cy="466344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24D44-8249-FD9B-C453-3AE49B5F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414F21-A578-2B13-3FC0-80CE780D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94F499-4E58-F60A-D1FE-CA8DBFA3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Cognizant Logo_rgb_rev_2023" descr="Cognizant logo reversed, SVG format">
            <a:extLst>
              <a:ext uri="{FF2B5EF4-FFF2-40B4-BE49-F238E27FC236}">
                <a16:creationId xmlns:a16="http://schemas.microsoft.com/office/drawing/2014/main" id="{C4BD05FC-72E2-D49F-5723-85E3F31D26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5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CFF2-1ECE-33A6-68A7-0317E0C84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56658-0960-E18E-D91E-AA04D27572E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447799"/>
            <a:ext cx="5638800" cy="4663439"/>
          </a:xfrm>
          <a:solidFill>
            <a:srgbClr val="ECECEB"/>
          </a:solidFill>
        </p:spPr>
        <p:txBody>
          <a:bodyPr bIns="64008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1F393-8308-0D1E-52A2-FC57E4512CC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447799"/>
            <a:ext cx="4754880" cy="466344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241F3-9135-92CE-6A1A-5BE0AECC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8FFC8B-A41D-691D-C8C9-0C363B1F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EC0125-3406-DCE1-A443-16278DF3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Cognizant Logo_rgb_rev_2023" descr="Cognizant logo reversed, SVG format">
            <a:extLst>
              <a:ext uri="{FF2B5EF4-FFF2-40B4-BE49-F238E27FC236}">
                <a16:creationId xmlns:a16="http://schemas.microsoft.com/office/drawing/2014/main" id="{0967F69A-1700-3CED-CEEE-EDC5878500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43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-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statement or quote </a:t>
            </a:r>
            <a:br>
              <a:rPr lang="en-US" dirty="0"/>
            </a:br>
            <a:r>
              <a:rPr lang="en-US" dirty="0"/>
              <a:t>in Arial 36pt bold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7922929-B64F-A5FD-E813-DE4E4B4760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6D064D0-10B1-84E9-43BC-A587DFCF25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57F07D9-AB26-FAA7-F6B2-13FC833B91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Cognizant Logo_rgb_rev_2023" descr="Cognizant logo reversed, SVG format">
            <a:extLst>
              <a:ext uri="{FF2B5EF4-FFF2-40B4-BE49-F238E27FC236}">
                <a16:creationId xmlns:a16="http://schemas.microsoft.com/office/drawing/2014/main" id="{3F28610E-22AA-1C1B-C7F0-DD2EE706F7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09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RY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128298" y="2407183"/>
            <a:ext cx="9935412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IMAGERY</a:t>
            </a:r>
            <a:endParaRPr kumimoji="0" lang="en-US" sz="7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09940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8C8F82A-3BDD-4832-FBE3-E4EA9DC8D02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B7DBAB-080F-4B67-994D-0695A8EEE0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 anchor="b" anchorCtr="0"/>
          <a:lstStyle>
            <a:lvl1pPr>
              <a:defRPr sz="1400"/>
            </a:lvl1pPr>
          </a:lstStyle>
          <a:p>
            <a:r>
              <a:rPr lang="en-US" dirty="0"/>
              <a:t>Click to add title (for accessibility purposes)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887B-6507-E9E7-6352-B825F1F0F5F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E64F9-7C61-C44F-A370-C65AE10819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E8873-455E-923B-1219-1607269A283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7068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full ble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ADE4608A-2C9D-8AC0-0EE2-0A3DE403F9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BDCDEC-14FD-8C34-93CD-BF169FDDE98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28EDA-797C-145E-CD31-0E63FC8911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 anchor="b" anchorCtr="0"/>
          <a:lstStyle>
            <a:lvl1pPr>
              <a:defRPr sz="1400"/>
            </a:lvl1pPr>
          </a:lstStyle>
          <a:p>
            <a:r>
              <a:rPr lang="en-US" dirty="0"/>
              <a:t>Click to add title (for accessibility purposes)</a:t>
            </a:r>
          </a:p>
        </p:txBody>
      </p:sp>
    </p:spTree>
    <p:extLst>
      <p:ext uri="{BB962C8B-B14F-4D97-AF65-F5344CB8AC3E}">
        <p14:creationId xmlns:p14="http://schemas.microsoft.com/office/powerpoint/2010/main" val="2136410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image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9D0BA1AC-2FDD-B8DE-0D23-59B3662CDD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D050447-227B-4CC5-3DE0-91C29FFDFDD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57200" y="1524003"/>
            <a:ext cx="4652128" cy="41910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652347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8392FA-D6DF-FCAF-E803-8555424D300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4C9833-094E-DA04-2919-A461A1E31A6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BCA492-737B-E26F-1FCC-903C7DCADC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4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D050447-227B-4CC5-3DE0-91C29FFDFDD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57200" y="1524003"/>
            <a:ext cx="4652128" cy="41910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652347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005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image big 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9D0BA1AC-2FDD-B8DE-0D23-59B3662CDD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853458"/>
            <a:ext cx="4652347" cy="1151084"/>
          </a:xfr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85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big statement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8392FA-D6DF-FCAF-E803-8555424D300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4C9833-094E-DA04-2919-A461A1E31A6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BCA492-737B-E26F-1FCC-903C7DCADC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01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image big statem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9D0BA1AC-2FDD-B8DE-0D23-59B3662CDD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853458"/>
            <a:ext cx="4652347" cy="1151084"/>
          </a:xfr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85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big statement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8392FA-D6DF-FCAF-E803-8555424D300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4C9833-094E-DA04-2919-A461A1E31A6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BCA492-737B-E26F-1FCC-903C7DCADC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775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o - dark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21208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095999" y="457200"/>
            <a:ext cx="5213169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6096112" y="1000124"/>
            <a:ext cx="5212079" cy="24981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white">
          <a:xfrm>
            <a:off x="6096112" y="1645920"/>
            <a:ext cx="5212079" cy="475488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4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Cognizant Logo_rgb_rev_2023" descr="Cognizant logo reversed, SVG format">
            <a:extLst>
              <a:ext uri="{FF2B5EF4-FFF2-40B4-BE49-F238E27FC236}">
                <a16:creationId xmlns:a16="http://schemas.microsoft.com/office/drawing/2014/main" id="{2B4BD740-217D-D8B8-0418-4E6D155063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1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21208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57200"/>
            <a:ext cx="5213169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112" y="1000124"/>
            <a:ext cx="5212079" cy="24981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112" y="1645920"/>
            <a:ext cx="5212079" cy="475488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4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7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m introduction - dark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white">
          <a:xfrm>
            <a:off x="1416614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0" y="457200"/>
            <a:ext cx="11277600" cy="332399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1437641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white">
          <a:xfrm>
            <a:off x="1437639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AD48ABD9-411C-A5A5-77B2-A15373D08533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 bwMode="white">
          <a:xfrm>
            <a:off x="3926605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747DB1F-929C-459A-4FE5-FADEF2D3FD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white">
          <a:xfrm>
            <a:off x="3926605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B34C272-EB9E-4D99-17B2-D4754377E7E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 bwMode="white">
          <a:xfrm>
            <a:off x="6436596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26B660B-B390-9A95-B8D1-DC4964F354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white">
          <a:xfrm>
            <a:off x="6436596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3A5A0582-3273-F488-E828-D319740EFE5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 bwMode="white">
          <a:xfrm>
            <a:off x="8946586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B4CF7E9-01C0-12B5-2B09-7719963588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white">
          <a:xfrm>
            <a:off x="8946586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C0DE360-379A-181A-9F66-A4E5E1F82FF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white">
          <a:xfrm>
            <a:off x="3926605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7B8A09A5-93C8-4A70-0E67-E9F18DFBA7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white">
          <a:xfrm>
            <a:off x="6436596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CBEF3CF-8EAA-624F-DCD1-4164D144A1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white">
          <a:xfrm>
            <a:off x="8946586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pic>
        <p:nvPicPr>
          <p:cNvPr id="3" name="Cognizant Logo_rgb_rev_2023" descr="Cognizant logo reversed, SVG format">
            <a:extLst>
              <a:ext uri="{FF2B5EF4-FFF2-40B4-BE49-F238E27FC236}">
                <a16:creationId xmlns:a16="http://schemas.microsoft.com/office/drawing/2014/main" id="{289D256D-EB50-B40B-6594-8D04791EFF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97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o alt - dark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white">
          <a:xfrm>
            <a:off x="1416614" y="1619814"/>
            <a:ext cx="2799786" cy="2799786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0" y="457200"/>
            <a:ext cx="11277600" cy="332399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name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4840598" y="3450611"/>
            <a:ext cx="5014602" cy="24981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white">
          <a:xfrm>
            <a:off x="4840596" y="3033418"/>
            <a:ext cx="6894204" cy="21858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Bio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2B6C9C1-3E19-05D1-F320-DE21BED97E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white">
          <a:xfrm>
            <a:off x="4840597" y="3868550"/>
            <a:ext cx="5014599" cy="1873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pic>
        <p:nvPicPr>
          <p:cNvPr id="2" name="Cognizant Logo_rgb_rev_2023" descr="Cognizant logo reversed, SVG format">
            <a:extLst>
              <a:ext uri="{FF2B5EF4-FFF2-40B4-BE49-F238E27FC236}">
                <a16:creationId xmlns:a16="http://schemas.microsoft.com/office/drawing/2014/main" id="{BECD7034-456B-359A-4008-D8F48DBDB2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26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introduction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416614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7641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7639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AD48ABD9-411C-A5A5-77B2-A15373D08533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3926605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747DB1F-929C-459A-4FE5-FADEF2D3FD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26605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B34C272-EB9E-4D99-17B2-D4754377E7E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6436596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26B660B-B390-9A95-B8D1-DC4964F354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6596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3A5A0582-3273-F488-E828-D319740EFE5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946586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B4CF7E9-01C0-12B5-2B09-7719963588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46586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C0DE360-379A-181A-9F66-A4E5E1F82FF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26605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7B8A09A5-93C8-4A70-0E67-E9F18DFBA7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6596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CBEF3CF-8EAA-624F-DCD1-4164D144A1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6586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3998782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 alt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416614" y="1619814"/>
            <a:ext cx="2799786" cy="2799786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name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40598" y="3450611"/>
            <a:ext cx="5014602" cy="24981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0596" y="3033418"/>
            <a:ext cx="6894204" cy="21858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Bio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2B6C9C1-3E19-05D1-F320-DE21BED97E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40597" y="3868550"/>
            <a:ext cx="5014599" cy="1873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930136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1219200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85238"/>
            <a:ext cx="7518399" cy="492443"/>
          </a:xfr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100000"/>
              </a:lnSpc>
              <a:spcBef>
                <a:spcPts val="1200"/>
              </a:spcBef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Case study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915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INT LAYOUT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010479" y="1385366"/>
            <a:ext cx="10171054" cy="408727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PRINT</a:t>
            </a:r>
            <a:br>
              <a:rPr kumimoji="0" lang="en-US" sz="1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r>
              <a:rPr kumimoji="0" lang="en-US" sz="1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LAYOUTS</a:t>
            </a:r>
            <a:endParaRPr kumimoji="0" lang="en-US" sz="7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06972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29CC-5BBF-E264-6E6C-26877D619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7C8D286-D420-EE2D-6164-1E5FF70C42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7800"/>
            <a:ext cx="11277600" cy="4716463"/>
          </a:xfrm>
        </p:spPr>
        <p:txBody>
          <a:bodyPr rIns="0" numCol="3" spcCol="36576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000" b="0" cap="none" spc="0" baseline="0">
                <a:solidFill>
                  <a:schemeClr val="tx2"/>
                </a:solidFill>
                <a:latin typeface="+mn-lt"/>
              </a:defRPr>
            </a:lvl1pPr>
            <a:lvl2pPr marL="234950" indent="-1127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90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 b="1" cap="none" spc="0" baseline="0">
                <a:solidFill>
                  <a:schemeClr val="accent2"/>
                </a:solidFill>
                <a:latin typeface="+mn-lt"/>
              </a:defRPr>
            </a:lvl3pPr>
            <a:lvl4pPr marL="458788" indent="-109538">
              <a:lnSpc>
                <a:spcPct val="11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800">
                <a:solidFill>
                  <a:schemeClr val="tx2"/>
                </a:solidFill>
                <a:latin typeface="+mn-lt"/>
              </a:defRPr>
            </a:lvl4pPr>
            <a:lvl5pPr marL="688975" indent="-109538">
              <a:lnSpc>
                <a:spcPct val="12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Avoid bullets as a general rule</a:t>
            </a:r>
          </a:p>
          <a:p>
            <a:pPr lvl="1"/>
            <a:r>
              <a:rPr lang="en-US" dirty="0"/>
              <a:t>Second level (bullets)</a:t>
            </a:r>
          </a:p>
          <a:p>
            <a:pPr lvl="2"/>
            <a:r>
              <a:rPr lang="en-US" dirty="0"/>
              <a:t>Third level (subhead)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328515-FC2B-A5A7-A51D-AD83EA1486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78C47A-CC18-2B7E-01BA-B71033C96E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43DAB-918E-9FD2-A5E8-F9530136AAE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83437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29CC-5BBF-E264-6E6C-26877D619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FB2AB4E-99EA-866B-42DB-AA6B0640E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7800"/>
            <a:ext cx="7518400" cy="4716463"/>
          </a:xfrm>
        </p:spPr>
        <p:txBody>
          <a:bodyPr rIns="0" numCol="3" spcCol="36576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000" b="0" cap="none" spc="0" baseline="0">
                <a:solidFill>
                  <a:schemeClr val="tx2"/>
                </a:solidFill>
                <a:latin typeface="+mn-lt"/>
              </a:defRPr>
            </a:lvl1pPr>
            <a:lvl2pPr marL="234950" indent="-1127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90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 b="1" cap="none" spc="0" baseline="0">
                <a:solidFill>
                  <a:schemeClr val="accent2"/>
                </a:solidFill>
                <a:latin typeface="+mn-lt"/>
              </a:defRPr>
            </a:lvl3pPr>
            <a:lvl4pPr marL="458788" indent="-109538">
              <a:lnSpc>
                <a:spcPct val="11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800">
                <a:solidFill>
                  <a:schemeClr val="tx2"/>
                </a:solidFill>
                <a:latin typeface="+mn-lt"/>
              </a:defRPr>
            </a:lvl4pPr>
            <a:lvl5pPr marL="688975" indent="-109538">
              <a:lnSpc>
                <a:spcPct val="12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Avoid bullets as a general rule</a:t>
            </a:r>
          </a:p>
          <a:p>
            <a:pPr lvl="1"/>
            <a:r>
              <a:rPr lang="en-US" dirty="0"/>
              <a:t>Second level (bullets)</a:t>
            </a:r>
          </a:p>
          <a:p>
            <a:pPr lvl="2"/>
            <a:r>
              <a:rPr lang="en-US" dirty="0"/>
              <a:t>Third level (subhead)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FBA165-B4C4-9560-3B73-D4440E1274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5393B2-66D7-C532-B4ED-1C7095A892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96471B-AF2B-8429-A5BE-4098F30AC5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F811353-C714-762F-1AAE-32044BE7B55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8305800" y="1447800"/>
            <a:ext cx="3429000" cy="4716463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icon, drag, or paste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7384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t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29CC-5BBF-E264-6E6C-26877D619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59B0F51-32FC-A168-2D3A-C5941F904A9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05800" y="1447800"/>
            <a:ext cx="3429000" cy="4716463"/>
          </a:xfrm>
          <a:noFill/>
        </p:spPr>
        <p:txBody>
          <a:bodyPr bIns="1280160" anchor="ctr" anchorCtr="0"/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6871F2F-0300-3464-E2A2-7AF48ACCDA0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7800"/>
            <a:ext cx="7518400" cy="4716463"/>
          </a:xfrm>
        </p:spPr>
        <p:txBody>
          <a:bodyPr rIns="0" numCol="3" spcCol="36576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000" b="0" cap="none" spc="0" baseline="0">
                <a:solidFill>
                  <a:schemeClr val="tx2"/>
                </a:solidFill>
                <a:latin typeface="+mn-lt"/>
              </a:defRPr>
            </a:lvl1pPr>
            <a:lvl2pPr marL="234950" indent="-1127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90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 b="1" cap="none" spc="0" baseline="0">
                <a:solidFill>
                  <a:schemeClr val="accent2"/>
                </a:solidFill>
                <a:latin typeface="+mn-lt"/>
              </a:defRPr>
            </a:lvl3pPr>
            <a:lvl4pPr marL="458788" indent="-109538">
              <a:lnSpc>
                <a:spcPct val="11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800">
                <a:solidFill>
                  <a:schemeClr val="tx2"/>
                </a:solidFill>
                <a:latin typeface="+mn-lt"/>
              </a:defRPr>
            </a:lvl4pPr>
            <a:lvl5pPr marL="688975" indent="-109538">
              <a:lnSpc>
                <a:spcPct val="12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Avoid bullets as a general rule</a:t>
            </a:r>
          </a:p>
          <a:p>
            <a:pPr lvl="1"/>
            <a:r>
              <a:rPr lang="en-US" dirty="0"/>
              <a:t>Second level (bullets)</a:t>
            </a:r>
          </a:p>
          <a:p>
            <a:pPr lvl="2"/>
            <a:r>
              <a:rPr lang="en-US" dirty="0"/>
              <a:t>Third level (subhead)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A834-2BF7-D718-8760-B751F1362C5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15E00-493E-DA78-52D5-886D4490A1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550889-1E0E-444C-2EB8-5E1C1E1649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4820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t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29CC-5BBF-E264-6E6C-26877D619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97A1BE-986B-0BD6-76A5-85ABDFBA41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6381" y="2016681"/>
            <a:ext cx="3291841" cy="33708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100">
                <a:solidFill>
                  <a:schemeClr val="accent1"/>
                </a:solidFill>
              </a:defRPr>
            </a:lvl1pPr>
            <a:lvl2pPr marL="12700" marR="0" indent="0" algn="l" defTabSz="914171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tx2"/>
                </a:solidFill>
              </a:defRPr>
            </a:lvl2pPr>
            <a:lvl3pPr marL="9525" indent="619125">
              <a:buFontTx/>
              <a:buNone/>
              <a:tabLst/>
              <a:defRPr sz="900"/>
            </a:lvl3pPr>
          </a:lstStyle>
          <a:p>
            <a:pPr lvl="0"/>
            <a:r>
              <a:rPr lang="en-US" dirty="0"/>
              <a:t>Click to edit text</a:t>
            </a:r>
          </a:p>
          <a:p>
            <a:pPr marL="12700" marR="0" lvl="1" indent="0" algn="l" defTabSz="914171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F16D66-A061-BB80-4196-FA88563E9FC5}"/>
              </a:ext>
            </a:extLst>
          </p:cNvPr>
          <p:cNvCxnSpPr>
            <a:cxnSpLocks noChangeAspect="1"/>
          </p:cNvCxnSpPr>
          <p:nvPr/>
        </p:nvCxnSpPr>
        <p:spPr>
          <a:xfrm>
            <a:off x="8446383" y="1455541"/>
            <a:ext cx="3154680" cy="0"/>
          </a:xfrm>
          <a:prstGeom prst="line">
            <a:avLst/>
          </a:prstGeom>
          <a:ln w="12700" cap="sq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43B4273-80BC-4D4B-45D3-71EA235891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7800"/>
            <a:ext cx="7518400" cy="4716463"/>
          </a:xfrm>
        </p:spPr>
        <p:txBody>
          <a:bodyPr rIns="0" numCol="3" spcCol="36576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000" b="0" cap="none" spc="0" baseline="0">
                <a:solidFill>
                  <a:schemeClr val="tx2"/>
                </a:solidFill>
                <a:latin typeface="+mj-lt"/>
              </a:defRPr>
            </a:lvl1pPr>
            <a:lvl2pPr marL="234950" indent="-1127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9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 b="1" cap="none" spc="0" baseline="0">
                <a:solidFill>
                  <a:schemeClr val="accent2"/>
                </a:solidFill>
              </a:defRPr>
            </a:lvl3pPr>
            <a:lvl4pPr marL="458788" indent="-109538">
              <a:lnSpc>
                <a:spcPct val="11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800">
                <a:solidFill>
                  <a:schemeClr val="tx2"/>
                </a:solidFill>
              </a:defRPr>
            </a:lvl4pPr>
            <a:lvl5pPr marL="688975" indent="-109538">
              <a:lnSpc>
                <a:spcPct val="12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Avoid bullets as a general rule</a:t>
            </a:r>
          </a:p>
          <a:p>
            <a:pPr lvl="1"/>
            <a:r>
              <a:rPr lang="en-US" dirty="0"/>
              <a:t>Second level (bullets)</a:t>
            </a:r>
          </a:p>
          <a:p>
            <a:pPr lvl="2"/>
            <a:r>
              <a:rPr lang="en-US" dirty="0"/>
              <a:t>Third level (subhead)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D18051-2FD4-FBBA-DF0A-5AA5724D4CE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74FFEF-C1C1-A6A5-579D-03460B4B7B4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3CD4671-5EA7-FBFD-25EC-C2EB1310BC2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4239B95-1BE5-65A8-8088-4245AFE6DC2A}"/>
              </a:ext>
            </a:extLst>
          </p:cNvPr>
          <p:cNvSpPr>
            <a:spLocks noChangeAspect="1"/>
          </p:cNvSpPr>
          <p:nvPr/>
        </p:nvSpPr>
        <p:spPr>
          <a:xfrm>
            <a:off x="8450629" y="1583574"/>
            <a:ext cx="292608" cy="297056"/>
          </a:xfrm>
          <a:custGeom>
            <a:avLst/>
            <a:gdLst>
              <a:gd name="connsiteX0" fmla="*/ 305136 w 336446"/>
              <a:gd name="connsiteY0" fmla="*/ 0 h 341560"/>
              <a:gd name="connsiteX1" fmla="*/ 336446 w 336446"/>
              <a:gd name="connsiteY1" fmla="*/ 49811 h 341560"/>
              <a:gd name="connsiteX2" fmla="*/ 278808 w 336446"/>
              <a:gd name="connsiteY2" fmla="*/ 98554 h 341560"/>
              <a:gd name="connsiteX3" fmla="*/ 258172 w 336446"/>
              <a:gd name="connsiteY3" fmla="*/ 192839 h 341560"/>
              <a:gd name="connsiteX4" fmla="*/ 325061 w 336446"/>
              <a:gd name="connsiteY4" fmla="*/ 192839 h 341560"/>
              <a:gd name="connsiteX5" fmla="*/ 325061 w 336446"/>
              <a:gd name="connsiteY5" fmla="*/ 341560 h 341560"/>
              <a:gd name="connsiteX6" fmla="*/ 187725 w 336446"/>
              <a:gd name="connsiteY6" fmla="*/ 341560 h 341560"/>
              <a:gd name="connsiteX7" fmla="*/ 187725 w 336446"/>
              <a:gd name="connsiteY7" fmla="*/ 224149 h 341560"/>
              <a:gd name="connsiteX8" fmla="*/ 210495 w 336446"/>
              <a:gd name="connsiteY8" fmla="*/ 86101 h 341560"/>
              <a:gd name="connsiteX9" fmla="*/ 305136 w 336446"/>
              <a:gd name="connsiteY9" fmla="*/ 0 h 341560"/>
              <a:gd name="connsiteX10" fmla="*/ 117411 w 336446"/>
              <a:gd name="connsiteY10" fmla="*/ 0 h 341560"/>
              <a:gd name="connsiteX11" fmla="*/ 148721 w 336446"/>
              <a:gd name="connsiteY11" fmla="*/ 49811 h 341560"/>
              <a:gd name="connsiteX12" fmla="*/ 91083 w 336446"/>
              <a:gd name="connsiteY12" fmla="*/ 98554 h 341560"/>
              <a:gd name="connsiteX13" fmla="*/ 70447 w 336446"/>
              <a:gd name="connsiteY13" fmla="*/ 192839 h 341560"/>
              <a:gd name="connsiteX14" fmla="*/ 137336 w 336446"/>
              <a:gd name="connsiteY14" fmla="*/ 192839 h 341560"/>
              <a:gd name="connsiteX15" fmla="*/ 137336 w 336446"/>
              <a:gd name="connsiteY15" fmla="*/ 341560 h 341560"/>
              <a:gd name="connsiteX16" fmla="*/ 0 w 336446"/>
              <a:gd name="connsiteY16" fmla="*/ 341560 h 341560"/>
              <a:gd name="connsiteX17" fmla="*/ 0 w 336446"/>
              <a:gd name="connsiteY17" fmla="*/ 224149 h 341560"/>
              <a:gd name="connsiteX18" fmla="*/ 22770 w 336446"/>
              <a:gd name="connsiteY18" fmla="*/ 86101 h 341560"/>
              <a:gd name="connsiteX19" fmla="*/ 117411 w 336446"/>
              <a:gd name="connsiteY19" fmla="*/ 0 h 3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36446" h="341560">
                <a:moveTo>
                  <a:pt x="305136" y="0"/>
                </a:moveTo>
                <a:lnTo>
                  <a:pt x="336446" y="49811"/>
                </a:lnTo>
                <a:cubicBezTo>
                  <a:pt x="310354" y="60722"/>
                  <a:pt x="291142" y="76969"/>
                  <a:pt x="278808" y="98554"/>
                </a:cubicBezTo>
                <a:cubicBezTo>
                  <a:pt x="266473" y="120139"/>
                  <a:pt x="259595" y="151567"/>
                  <a:pt x="258172" y="192839"/>
                </a:cubicBezTo>
                <a:lnTo>
                  <a:pt x="325061" y="192839"/>
                </a:lnTo>
                <a:lnTo>
                  <a:pt x="325061" y="341560"/>
                </a:lnTo>
                <a:lnTo>
                  <a:pt x="187725" y="341560"/>
                </a:lnTo>
                <a:lnTo>
                  <a:pt x="187725" y="224149"/>
                </a:lnTo>
                <a:cubicBezTo>
                  <a:pt x="187725" y="160581"/>
                  <a:pt x="195315" y="114565"/>
                  <a:pt x="210495" y="86101"/>
                </a:cubicBezTo>
                <a:cubicBezTo>
                  <a:pt x="230420" y="48150"/>
                  <a:pt x="261967" y="19450"/>
                  <a:pt x="305136" y="0"/>
                </a:cubicBezTo>
                <a:close/>
                <a:moveTo>
                  <a:pt x="117411" y="0"/>
                </a:moveTo>
                <a:lnTo>
                  <a:pt x="148721" y="49811"/>
                </a:lnTo>
                <a:cubicBezTo>
                  <a:pt x="122629" y="60722"/>
                  <a:pt x="103417" y="76969"/>
                  <a:pt x="91083" y="98554"/>
                </a:cubicBezTo>
                <a:cubicBezTo>
                  <a:pt x="78748" y="120139"/>
                  <a:pt x="71870" y="151567"/>
                  <a:pt x="70447" y="192839"/>
                </a:cubicBezTo>
                <a:lnTo>
                  <a:pt x="137336" y="192839"/>
                </a:lnTo>
                <a:lnTo>
                  <a:pt x="137336" y="341560"/>
                </a:lnTo>
                <a:lnTo>
                  <a:pt x="0" y="341560"/>
                </a:lnTo>
                <a:lnTo>
                  <a:pt x="0" y="224149"/>
                </a:lnTo>
                <a:cubicBezTo>
                  <a:pt x="0" y="160581"/>
                  <a:pt x="7590" y="114565"/>
                  <a:pt x="22770" y="86101"/>
                </a:cubicBezTo>
                <a:cubicBezTo>
                  <a:pt x="42695" y="48150"/>
                  <a:pt x="74242" y="19450"/>
                  <a:pt x="11741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201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 NOT USE">
    <p:bg>
      <p:bgPr>
        <a:solidFill>
          <a:srgbClr val="B8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3BE4D0-FD2D-17A7-0CB5-5D6CBED1C32D}"/>
              </a:ext>
            </a:extLst>
          </p:cNvPr>
          <p:cNvSpPr txBox="1"/>
          <p:nvPr/>
        </p:nvSpPr>
        <p:spPr>
          <a:xfrm>
            <a:off x="1581464" y="662092"/>
            <a:ext cx="9029075" cy="553382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ct val="80000"/>
              </a:lnSpc>
              <a:spcAft>
                <a:spcPts val="1200"/>
              </a:spcAft>
            </a:pPr>
            <a:r>
              <a:rPr lang="en-US" sz="9600" b="1" dirty="0">
                <a:solidFill>
                  <a:schemeClr val="bg1"/>
                </a:solidFill>
              </a:rPr>
              <a:t>DO NOT USE </a:t>
            </a:r>
            <a:br>
              <a:rPr lang="en-US" sz="9600" b="1" dirty="0">
                <a:solidFill>
                  <a:schemeClr val="bg1"/>
                </a:solidFill>
              </a:rPr>
            </a:br>
            <a:r>
              <a:rPr lang="en-US" sz="9600" b="1" dirty="0">
                <a:solidFill>
                  <a:schemeClr val="bg1"/>
                </a:solidFill>
              </a:rPr>
              <a:t>ANY LAYOUTS </a:t>
            </a:r>
            <a:br>
              <a:rPr lang="en-US" sz="9600" b="1" dirty="0">
                <a:solidFill>
                  <a:schemeClr val="bg1"/>
                </a:solidFill>
              </a:rPr>
            </a:br>
            <a:r>
              <a:rPr lang="en-US" sz="9600" b="1" dirty="0">
                <a:solidFill>
                  <a:schemeClr val="bg1"/>
                </a:solidFill>
              </a:rPr>
              <a:t>BEYOND </a:t>
            </a:r>
            <a:br>
              <a:rPr lang="en-US" sz="9600" b="1" dirty="0">
                <a:solidFill>
                  <a:schemeClr val="bg1"/>
                </a:solidFill>
              </a:rPr>
            </a:br>
            <a:r>
              <a:rPr lang="en-US" sz="9600" b="1" dirty="0">
                <a:solidFill>
                  <a:schemeClr val="bg1"/>
                </a:solidFill>
              </a:rPr>
              <a:t>THIS POINT</a:t>
            </a:r>
          </a:p>
          <a:p>
            <a:pPr algn="ctr">
              <a:lnSpc>
                <a:spcPct val="90000"/>
              </a:lnSpc>
              <a:spcAft>
                <a:spcPts val="2400"/>
              </a:spcAft>
            </a:pPr>
            <a:r>
              <a:rPr lang="en-US" sz="3600" b="0" i="1" dirty="0">
                <a:solidFill>
                  <a:schemeClr val="bg1"/>
                </a:solidFill>
              </a:rPr>
              <a:t>They are not a part of the official template</a:t>
            </a:r>
          </a:p>
        </p:txBody>
      </p:sp>
    </p:spTree>
    <p:extLst>
      <p:ext uri="{BB962C8B-B14F-4D97-AF65-F5344CB8AC3E}">
        <p14:creationId xmlns:p14="http://schemas.microsoft.com/office/powerpoint/2010/main" val="60612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F230B5-518B-24CC-5360-65ED114C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7B53D-6897-FB10-B4B4-55E663FD6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7518400" cy="4663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2nd level text</a:t>
            </a:r>
          </a:p>
          <a:p>
            <a:pPr lvl="2"/>
            <a:r>
              <a:rPr lang="en-US" dirty="0"/>
              <a:t>3rd level text</a:t>
            </a:r>
          </a:p>
          <a:p>
            <a:pPr lvl="3"/>
            <a:r>
              <a:rPr lang="en-US" dirty="0"/>
              <a:t>4th level text</a:t>
            </a:r>
          </a:p>
          <a:p>
            <a:pPr lvl="4"/>
            <a:r>
              <a:rPr lang="en-US" dirty="0"/>
              <a:t>5th level text</a:t>
            </a:r>
          </a:p>
          <a:p>
            <a:pPr lvl="5"/>
            <a:r>
              <a:rPr lang="en-US" dirty="0"/>
              <a:t>6th level text</a:t>
            </a:r>
          </a:p>
          <a:p>
            <a:pPr lvl="6"/>
            <a:r>
              <a:rPr lang="en-US" dirty="0"/>
              <a:t>7th level text</a:t>
            </a:r>
          </a:p>
          <a:p>
            <a:pPr lvl="7"/>
            <a:r>
              <a:rPr lang="en-US" dirty="0"/>
              <a:t>8th level text</a:t>
            </a:r>
          </a:p>
          <a:p>
            <a:pPr lvl="8"/>
            <a:r>
              <a:rPr lang="en-US" dirty="0"/>
              <a:t>9th level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681C-7AE6-4CE0-F456-C8E648A62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6A3AB4FE-030B-4ED2-B85B-3BF22B8FD18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CCFE7-C984-DC56-6899-8A815F054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283347-4EBC-C7DD-65E3-791D4DBA6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5176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09BBDC1B-3772-49C4-A744-71DC7E416E46}" type="datetimeFigureOut">
              <a:rPr lang="en-IN" smtClean="0"/>
              <a:t>23-02-2026</a:t>
            </a:fld>
            <a:endParaRPr lang="en-IN"/>
          </a:p>
        </p:txBody>
      </p:sp>
      <p:pic>
        <p:nvPicPr>
          <p:cNvPr id="4" name="Cognizant Logo_rgb_pos_2023">
            <a:extLst>
              <a:ext uri="{FF2B5EF4-FFF2-40B4-BE49-F238E27FC236}">
                <a16:creationId xmlns:a16="http://schemas.microsoft.com/office/drawing/2014/main" id="{322DD144-17A4-A3EC-5E8D-205928D3B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591729" y="6454070"/>
            <a:ext cx="1170432" cy="20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6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93192" indent="-187325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4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>
          <p15:clr>
            <a:srgbClr val="F26B43"/>
          </p15:clr>
        </p15:guide>
        <p15:guide id="20" pos="7680">
          <p15:clr>
            <a:srgbClr val="F26B43"/>
          </p15:clr>
        </p15:guide>
        <p15:guide id="21" pos="288">
          <p15:clr>
            <a:srgbClr val="F26B43"/>
          </p15:clr>
        </p15:guide>
        <p15:guide id="22" pos="1472">
          <p15:clr>
            <a:srgbClr val="F26B43"/>
          </p15:clr>
        </p15:guide>
        <p15:guide id="23" pos="2656">
          <p15:clr>
            <a:srgbClr val="F26B43"/>
          </p15:clr>
        </p15:guide>
        <p15:guide id="24" pos="3840">
          <p15:clr>
            <a:srgbClr val="F26B43"/>
          </p15:clr>
        </p15:guide>
        <p15:guide id="25" pos="5024">
          <p15:clr>
            <a:srgbClr val="F26B43"/>
          </p15:clr>
        </p15:guide>
        <p15:guide id="26" pos="6208">
          <p15:clr>
            <a:srgbClr val="F26B43"/>
          </p15:clr>
        </p15:guide>
        <p15:guide id="27" pos="7392">
          <p15:clr>
            <a:srgbClr val="F26B43"/>
          </p15:clr>
        </p15:guide>
        <p15:guide id="28" orient="horz">
          <p15:clr>
            <a:srgbClr val="F26B43"/>
          </p15:clr>
        </p15:guide>
        <p15:guide id="29" orient="horz" pos="4320">
          <p15:clr>
            <a:srgbClr val="F26B43"/>
          </p15:clr>
        </p15:guide>
        <p15:guide id="30" orient="horz" pos="288">
          <p15:clr>
            <a:srgbClr val="F26B43"/>
          </p15:clr>
        </p15:guide>
        <p15:guide id="31" orient="horz" pos="912">
          <p15:clr>
            <a:srgbClr val="F26B43"/>
          </p15:clr>
        </p15:guide>
        <p15:guide id="32" orient="horz" pos="1536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784">
          <p15:clr>
            <a:srgbClr val="F26B43"/>
          </p15:clr>
        </p15:guide>
        <p15:guide id="35" orient="horz" pos="3408">
          <p15:clr>
            <a:srgbClr val="F26B43"/>
          </p15:clr>
        </p15:guide>
        <p15:guide id="36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3A2C6C-3416-FDC3-BD3F-037D10A59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39" y="2936367"/>
            <a:ext cx="4023360" cy="997196"/>
          </a:xfrm>
        </p:spPr>
        <p:txBody>
          <a:bodyPr wrap="square" anchor="b">
            <a:normAutofit fontScale="90000"/>
          </a:bodyPr>
          <a:lstStyle/>
          <a:p>
            <a:r>
              <a:rPr lang="en-IN" sz="3000" dirty="0"/>
              <a:t>Cognizant Welcomes</a:t>
            </a:r>
            <a:br>
              <a:rPr lang="en-IN" sz="3000" dirty="0"/>
            </a:br>
            <a:br>
              <a:rPr lang="en-IN" sz="4400" dirty="0"/>
            </a:br>
            <a:r>
              <a:rPr lang="en-IN" sz="4400" dirty="0"/>
              <a:t>Dr. Faye Farmer </a:t>
            </a:r>
            <a:br>
              <a:rPr lang="en-IN" sz="3000" dirty="0"/>
            </a:br>
            <a:r>
              <a:rPr lang="en-IN" sz="3000" dirty="0"/>
              <a:t>Arizona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8976896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Cognizant_2024">
  <a:themeElements>
    <a:clrScheme name="Cognizant v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F78C4"/>
      </a:accent2>
      <a:accent3>
        <a:srgbClr val="92BBE6"/>
      </a:accent3>
      <a:accent4>
        <a:srgbClr val="05819B"/>
      </a:accent4>
      <a:accent5>
        <a:srgbClr val="2E308E"/>
      </a:accent5>
      <a:accent6>
        <a:srgbClr val="D0D0CE"/>
      </a:accent6>
      <a:hlink>
        <a:srgbClr val="2F78C4"/>
      </a:hlink>
      <a:folHlink>
        <a:srgbClr val="92BB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600"/>
          </a:spcBef>
          <a:spcAft>
            <a:spcPts val="0"/>
          </a:spcAft>
          <a:defRPr dirty="0" err="1" smtClean="0"/>
        </a:defPPr>
      </a:lstStyle>
    </a:txDef>
  </a:objectDefaults>
  <a:extraClrSchemeLst/>
  <a:custClrLst>
    <a:custClr name="Green">
      <a:srgbClr val="2DB81F"/>
    </a:custClr>
    <a:custClr name="Yellow">
      <a:srgbClr val="E9C71D"/>
    </a:custClr>
    <a:custClr name="Red">
      <a:srgbClr val="B81F2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Midnight blue 80%">
      <a:srgbClr val="373771"/>
    </a:custClr>
    <a:custClr name="Midnight blue 80%">
      <a:srgbClr val="373771"/>
    </a:custClr>
    <a:custClr name="Dark blue 80%">
      <a:srgbClr val="5B94D1"/>
    </a:custClr>
    <a:custClr name="Light blue 80%">
      <a:srgbClr val="A9C9EC"/>
    </a:custClr>
    <a:custClr name="Darker teal 80%">
      <a:srgbClr val="4C9AB0"/>
    </a:custClr>
    <a:custClr name="Dark plum 80%">
      <a:srgbClr val="5859A6"/>
    </a:custClr>
    <a:custClr name="Light gray 80%">
      <a:srgbClr val="D9D9D8"/>
    </a:custClr>
    <a:custClr name="Dark plum">
      <a:srgbClr val="2E308E"/>
    </a:custClr>
    <a:custClr name="Dark blue">
      <a:srgbClr val="2F78C4"/>
    </a:custClr>
    <a:custClr name="Dark teal">
      <a:srgbClr val="05819B"/>
    </a:custClr>
    <a:custClr name="Midnight blue 60%">
      <a:srgbClr val="666692"/>
    </a:custClr>
    <a:custClr name="Midnight blue 60%">
      <a:srgbClr val="666692"/>
    </a:custClr>
    <a:custClr name="Dark blue 60%">
      <a:srgbClr val="86AEDD"/>
    </a:custClr>
    <a:custClr name="Light blue 60%">
      <a:srgbClr val="BFD6F1"/>
    </a:custClr>
    <a:custClr name="Darker teal 60%">
      <a:srgbClr val="7BB4C3"/>
    </a:custClr>
    <a:custClr name="Dark plum 60%">
      <a:srgbClr val="8283BC"/>
    </a:custClr>
    <a:custClr name="Light gray 60%">
      <a:srgbClr val="E3E3E2"/>
    </a:custClr>
    <a:custClr name="Medium plum">
      <a:srgbClr val="7373D8"/>
    </a:custClr>
    <a:custClr name="Medium blue">
      <a:srgbClr val="6AA2DC"/>
    </a:custClr>
    <a:custClr name="Medium teal">
      <a:srgbClr val="06C7CC"/>
    </a:custClr>
    <a:custClr name="Midnight blue 40%">
      <a:srgbClr val="9999B8"/>
    </a:custClr>
    <a:custClr name="Midnight blue 40%">
      <a:srgbClr val="9999B8"/>
    </a:custClr>
    <a:custClr name="Dark blue 40%">
      <a:srgbClr val="AFC9E8"/>
    </a:custClr>
    <a:custClr name="Light blue 40%">
      <a:srgbClr val="D3E5F5"/>
    </a:custClr>
    <a:custClr name="Darker teal 40%">
      <a:srgbClr val="A9CDD8"/>
    </a:custClr>
    <a:custClr name="Dark plum 40%">
      <a:srgbClr val="ABACD3"/>
    </a:custClr>
    <a:custClr name="Light gray 40%">
      <a:srgbClr val="ECECEB"/>
    </a:custClr>
    <a:custClr name="Light plum">
      <a:srgbClr val="85A0F9"/>
    </a:custClr>
    <a:custClr name="Light blue">
      <a:srgbClr val="92BBE6"/>
    </a:custClr>
    <a:custClr name="Light teal">
      <a:srgbClr val="26EFE9"/>
    </a:custClr>
    <a:custClr name="Midnight blue 20%">
      <a:srgbClr val="CCCCDB"/>
    </a:custClr>
    <a:custClr name="Midnight blue 20%">
      <a:srgbClr val="CCCCDB"/>
    </a:custClr>
    <a:custClr name="Dark blue 20%">
      <a:srgbClr val="D7E5F4"/>
    </a:custClr>
    <a:custClr name="Light blue 20%">
      <a:srgbClr val="EAF2FA"/>
    </a:custClr>
    <a:custClr name="Darker teal 20%">
      <a:srgbClr val="D4E7EB"/>
    </a:custClr>
    <a:custClr name="Dark plum 20%">
      <a:srgbClr val="D5D6E9"/>
    </a:custClr>
    <a:custClr name="Light gray 20%">
      <a:srgbClr val="F6F6F5"/>
    </a:custClr>
  </a:custClrLst>
  <a:extLst>
    <a:ext uri="{05A4C25C-085E-4340-85A3-A5531E510DB2}">
      <thm15:themeFamily xmlns:thm15="http://schemas.microsoft.com/office/thememl/2012/main" name="2_Cognizant_2024" id="{4DB496B1-E6EF-4CBE-9AD1-A2CF8C63C2B7}" vid="{BB4BE9A0-A680-4A25-9195-1AF5CFB850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Cog_PPT_pptx_Template_2025-2027_v3 (1)</Template>
  <TotalTime>13</TotalTime>
  <Words>12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Cognizant_2024</vt:lpstr>
      <vt:lpstr>Cognizant Welcomes  Dr. Faye Farmer  Arizona State University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Polimati, Bharathi Raja (Cognizant)</dc:creator>
  <cp:lastModifiedBy>Polimati, Bharathi Raja (Cognizant)</cp:lastModifiedBy>
  <cp:revision>1</cp:revision>
  <dcterms:created xsi:type="dcterms:W3CDTF">2026-02-23T06:36:15Z</dcterms:created>
  <dcterms:modified xsi:type="dcterms:W3CDTF">2026-02-23T06:49:31Z</dcterms:modified>
</cp:coreProperties>
</file>